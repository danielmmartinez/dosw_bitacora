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9" r:id="rId3"/>
    <p:sldId id="272" r:id="rId4"/>
    <p:sldId id="257" r:id="rId5"/>
    <p:sldId id="273" r:id="rId6"/>
    <p:sldId id="258" r:id="rId7"/>
    <p:sldId id="262" r:id="rId8"/>
    <p:sldId id="261" r:id="rId9"/>
    <p:sldId id="274" r:id="rId10"/>
    <p:sldId id="263" r:id="rId11"/>
    <p:sldId id="266" r:id="rId12"/>
    <p:sldId id="265" r:id="rId13"/>
    <p:sldId id="275" r:id="rId14"/>
    <p:sldId id="276" r:id="rId15"/>
    <p:sldId id="267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6C1D138-90BF-9953-4497-ECB2F7FC2A77}" v="388" dt="2026-08-19T01:31:30.249"/>
    <p1510:client id="{776534CB-4428-259E-3B7D-36744C46C075}" v="3" dt="2026-08-19T02:04:01.661"/>
    <p1510:client id="{9485D579-AEBE-5345-B5AA-197F0CEF716A}" v="461" dt="2026-08-19T00:29:48.494"/>
    <p1510:client id="{952F3DFB-C2E9-DD8C-FEE6-EFE4B8122186}" v="1319" dt="2026-08-19T01:04:40.177"/>
    <p1510:client id="{D157DF53-1FC5-9650-293B-C1B8D1D6BE97}" v="521" dt="2026-08-19T01:59:01.63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4.png"/><Relationship Id="rId7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2.png"/><Relationship Id="rId9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2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6124575"/>
            <a:ext cx="11029950" cy="2476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38287" y="1718369"/>
            <a:ext cx="9115425" cy="16619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400" b="0" i="0" u="none">
                <a:solidFill>
                  <a:srgbClr val="C5A059"/>
                </a:solidFill>
                <a:latin typeface="Cinzel"/>
              </a:rPr>
              <a:t>THE ART OF ARTISANAL CRAFTSMANSHIP</a:t>
            </a:r>
            <a:r>
              <a:rPr lang="en-US" sz="5400" dirty="0">
                <a:solidFill>
                  <a:srgbClr val="C5A059"/>
                </a:solidFill>
                <a:latin typeface="Cinzel"/>
              </a:rPr>
              <a:t>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1025" y="6248400"/>
            <a:ext cx="2447925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0" i="0" u="none">
                <a:solidFill>
                  <a:srgbClr val="8E8E93"/>
                </a:solidFill>
                <a:latin typeface="Plus Jakarta Sans"/>
              </a:rPr>
              <a:t>LUXURY HARDWARE &amp; ACCESSORIES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25000" y="6248400"/>
            <a:ext cx="2085975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0" i="0" u="none">
                <a:solidFill>
                  <a:srgbClr val="8E8E93"/>
                </a:solidFill>
                <a:latin typeface="Plus Jakarta Sans"/>
              </a:rPr>
              <a:t>CONFIDENTIAL &amp; PROPRIETARY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5062" y="6267450"/>
            <a:ext cx="123825" cy="10477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81025" y="485775"/>
            <a:ext cx="11029950" cy="1333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25" b="0" i="0" u="none">
                <a:solidFill>
                  <a:srgbClr val="C5A059"/>
                </a:solidFill>
                <a:latin typeface="Plus Jakarta Sans Medium"/>
              </a:rPr>
              <a:t>BRAND PRESENTATION 2027 MONOLITH STUDIO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1025" y="723900"/>
            <a:ext cx="11029950" cy="9525"/>
          </a:xfrm>
          <a:prstGeom prst="rect">
            <a:avLst/>
          </a:prstGeom>
          <a:solidFill>
            <a:srgbClr val="C5A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21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FAF176-12CB-A5A5-84FA-EFBD868043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FD279C4B-951E-673A-1D2A-EF9ABF434B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>
            <a:extLst>
              <a:ext uri="{FF2B5EF4-FFF2-40B4-BE49-F238E27FC236}">
                <a16:creationId xmlns:a16="http://schemas.microsoft.com/office/drawing/2014/main" id="{4FF98B43-04AD-4569-4F65-4582AA7206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6124575"/>
            <a:ext cx="11029950" cy="2476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51906EA-7240-8759-87AE-2691BDC9E7EF}"/>
              </a:ext>
            </a:extLst>
          </p:cNvPr>
          <p:cNvSpPr txBox="1"/>
          <p:nvPr/>
        </p:nvSpPr>
        <p:spPr>
          <a:xfrm>
            <a:off x="3871912" y="2051744"/>
            <a:ext cx="444817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C5A059"/>
                </a:solidFill>
                <a:latin typeface="Cinzel"/>
              </a:rPr>
              <a:t>THE ART OF ARTISANAL CRAFTSMANSHIP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F8D763-7868-3E9E-B483-EA1FD366A1CA}"/>
              </a:ext>
            </a:extLst>
          </p:cNvPr>
          <p:cNvSpPr txBox="1"/>
          <p:nvPr/>
        </p:nvSpPr>
        <p:spPr>
          <a:xfrm>
            <a:off x="3585686" y="2413694"/>
            <a:ext cx="5020627" cy="14747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6270"/>
              </a:lnSpc>
            </a:pPr>
            <a:r>
              <a:rPr sz="6600" b="0" i="0" u="none">
                <a:solidFill>
                  <a:srgbClr val="FFFFFF"/>
                </a:solidFill>
                <a:latin typeface="Cormorant Garamond"/>
              </a:rPr>
              <a:t>MONOLITH</a:t>
            </a:r>
            <a:r>
              <a:rPr dirty="0"/>
              <a:t>
</a:t>
            </a:r>
            <a:endParaRPr lang="en-US" sz="6600" b="0" i="1" u="none" dirty="0">
              <a:solidFill>
                <a:srgbClr val="C5A059"/>
              </a:solidFill>
              <a:latin typeface="Cormorant Garamond Light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02B631D-5CC2-B5D2-5703-EAFA50703BF7}"/>
              </a:ext>
            </a:extLst>
          </p:cNvPr>
          <p:cNvSpPr/>
          <p:nvPr/>
        </p:nvSpPr>
        <p:spPr>
          <a:xfrm>
            <a:off x="5810250" y="4291905"/>
            <a:ext cx="571500" cy="9525"/>
          </a:xfrm>
          <a:prstGeom prst="rect">
            <a:avLst/>
          </a:prstGeom>
          <a:solidFill>
            <a:srgbClr val="C5A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DDC14C-7E21-5E23-15AD-0531CC886C69}"/>
              </a:ext>
            </a:extLst>
          </p:cNvPr>
          <p:cNvSpPr txBox="1"/>
          <p:nvPr/>
        </p:nvSpPr>
        <p:spPr>
          <a:xfrm>
            <a:off x="4586287" y="4587180"/>
            <a:ext cx="3019425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D1D1D6"/>
                </a:solidFill>
                <a:latin typeface="Plus Jakarta Sans Light"/>
              </a:rPr>
              <a:t>SCULPTED FOR YOUR SETUP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28E5D05-F33A-824F-0C92-3E83A2839A1B}"/>
              </a:ext>
            </a:extLst>
          </p:cNvPr>
          <p:cNvSpPr txBox="1"/>
          <p:nvPr/>
        </p:nvSpPr>
        <p:spPr>
          <a:xfrm>
            <a:off x="581025" y="6248400"/>
            <a:ext cx="2447925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0" i="0" u="none">
                <a:solidFill>
                  <a:srgbClr val="8E8E93"/>
                </a:solidFill>
                <a:latin typeface="Plus Jakarta Sans"/>
              </a:rPr>
              <a:t>LUXURY HARDWARE &amp; ACCESSORIES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70B5B03-FA15-C659-FEAF-A48D49B484A0}"/>
              </a:ext>
            </a:extLst>
          </p:cNvPr>
          <p:cNvSpPr txBox="1"/>
          <p:nvPr/>
        </p:nvSpPr>
        <p:spPr>
          <a:xfrm>
            <a:off x="9525000" y="6248400"/>
            <a:ext cx="2085975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0" i="0" u="none">
                <a:solidFill>
                  <a:srgbClr val="8E8E93"/>
                </a:solidFill>
                <a:latin typeface="Plus Jakarta Sans"/>
              </a:rPr>
              <a:t>CONFIDENTIAL &amp; PROPRIETARY</a:t>
            </a:r>
          </a:p>
        </p:txBody>
      </p:sp>
      <p:pic>
        <p:nvPicPr>
          <p:cNvPr id="10" name="Picture 9" descr="image.png">
            <a:extLst>
              <a:ext uri="{FF2B5EF4-FFF2-40B4-BE49-F238E27FC236}">
                <a16:creationId xmlns:a16="http://schemas.microsoft.com/office/drawing/2014/main" id="{69AA893B-86F9-399A-9159-8A18C9238A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5062" y="6267450"/>
            <a:ext cx="123825" cy="10477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8E05D61-E079-A47C-0680-6BD6AB895476}"/>
              </a:ext>
            </a:extLst>
          </p:cNvPr>
          <p:cNvSpPr txBox="1"/>
          <p:nvPr/>
        </p:nvSpPr>
        <p:spPr>
          <a:xfrm>
            <a:off x="581025" y="485775"/>
            <a:ext cx="11029950" cy="1333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25" b="0" i="0" u="none">
                <a:solidFill>
                  <a:srgbClr val="C5A059"/>
                </a:solidFill>
                <a:latin typeface="Plus Jakarta Sans Medium"/>
              </a:rPr>
              <a:t>BRAND PRESENTATION 2027 MONOLITH STUDIO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B1BE015-F5FA-D51B-0C81-46326EA7B6DF}"/>
              </a:ext>
            </a:extLst>
          </p:cNvPr>
          <p:cNvSpPr/>
          <p:nvPr/>
        </p:nvSpPr>
        <p:spPr>
          <a:xfrm>
            <a:off x="581025" y="723900"/>
            <a:ext cx="11029950" cy="9525"/>
          </a:xfrm>
          <a:prstGeom prst="rect">
            <a:avLst/>
          </a:prstGeom>
          <a:solidFill>
            <a:srgbClr val="C5A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99F5A24-05A2-F397-79CE-EE5D9540F250}"/>
              </a:ext>
            </a:extLst>
          </p:cNvPr>
          <p:cNvSpPr txBox="1"/>
          <p:nvPr/>
        </p:nvSpPr>
        <p:spPr>
          <a:xfrm>
            <a:off x="3585685" y="2413693"/>
            <a:ext cx="5020627" cy="16373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6270"/>
              </a:lnSpc>
            </a:pPr>
            <a:r>
              <a:rPr dirty="0"/>
              <a:t>
</a:t>
            </a:r>
            <a:r>
              <a:rPr sz="6600" b="0" i="1" u="none">
                <a:solidFill>
                  <a:srgbClr val="C5A059"/>
                </a:solidFill>
                <a:latin typeface="Cormorant Garamond Light"/>
              </a:rPr>
              <a:t>STUDIO</a:t>
            </a:r>
          </a:p>
        </p:txBody>
      </p:sp>
    </p:spTree>
    <p:extLst>
      <p:ext uri="{BB962C8B-B14F-4D97-AF65-F5344CB8AC3E}">
        <p14:creationId xmlns:p14="http://schemas.microsoft.com/office/powerpoint/2010/main" val="349032251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21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1632DB-2D76-3B61-E848-E98547D430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D393ABE9-D349-B5BF-9E28-8FB7CA1070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2379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>
            <a:extLst>
              <a:ext uri="{FF2B5EF4-FFF2-40B4-BE49-F238E27FC236}">
                <a16:creationId xmlns:a16="http://schemas.microsoft.com/office/drawing/2014/main" id="{B6E9D77C-8A06-2499-C970-E9F6105DA3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6124575"/>
            <a:ext cx="11029950" cy="2476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FEBDF08-04F9-F9EE-9D08-49C1C68746F4}"/>
              </a:ext>
            </a:extLst>
          </p:cNvPr>
          <p:cNvSpPr txBox="1"/>
          <p:nvPr/>
        </p:nvSpPr>
        <p:spPr>
          <a:xfrm>
            <a:off x="3786187" y="-453331"/>
            <a:ext cx="444817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C5A059"/>
                </a:solidFill>
                <a:latin typeface="Cinzel"/>
              </a:rPr>
              <a:t>THE ART OF ARTISANAL CRAFTSMANSHIP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3C3134-9442-E7D5-178F-EEB32E83B8A9}"/>
              </a:ext>
            </a:extLst>
          </p:cNvPr>
          <p:cNvSpPr txBox="1"/>
          <p:nvPr/>
        </p:nvSpPr>
        <p:spPr>
          <a:xfrm>
            <a:off x="13367861" y="2413694"/>
            <a:ext cx="5020627" cy="14747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6270"/>
              </a:lnSpc>
            </a:pPr>
            <a:r>
              <a:rPr lang="en-US" sz="6600" b="0" i="0" u="none">
                <a:solidFill>
                  <a:srgbClr val="FFFFFF"/>
                </a:solidFill>
                <a:latin typeface="Cormorant Garamond"/>
                <a:ea typeface="+mn-lt"/>
                <a:cs typeface="+mn-lt"/>
              </a:rPr>
              <a:t>MONOLITH</a:t>
            </a:r>
            <a:r>
              <a:rPr lang="en-US" dirty="0">
                <a:solidFill>
                  <a:srgbClr val="000000"/>
                </a:solidFill>
                <a:ea typeface="+mn-lt"/>
                <a:cs typeface="+mn-lt"/>
              </a:rPr>
              <a:t>
</a:t>
            </a:r>
            <a:endParaRPr lang="en-US" sz="6600" i="1">
              <a:solidFill>
                <a:srgbClr val="C5A059"/>
              </a:solidFill>
              <a:latin typeface="Cormorant Garamond Light"/>
              <a:ea typeface="Calibri"/>
              <a:cs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6C2A26-F741-27EC-340B-66D8780790AB}"/>
              </a:ext>
            </a:extLst>
          </p:cNvPr>
          <p:cNvSpPr txBox="1"/>
          <p:nvPr/>
        </p:nvSpPr>
        <p:spPr>
          <a:xfrm>
            <a:off x="4500562" y="7501830"/>
            <a:ext cx="3019425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D1D1D6"/>
                </a:solidFill>
                <a:latin typeface="Plus Jakarta Sans Light"/>
              </a:rPr>
              <a:t>SCULPTED FOR YOUR SETUP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811C227-D3EC-13EB-326D-26604533C1D6}"/>
              </a:ext>
            </a:extLst>
          </p:cNvPr>
          <p:cNvSpPr txBox="1"/>
          <p:nvPr/>
        </p:nvSpPr>
        <p:spPr>
          <a:xfrm>
            <a:off x="581025" y="6248400"/>
            <a:ext cx="2447925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0" i="0" u="none">
                <a:solidFill>
                  <a:srgbClr val="8E8E93"/>
                </a:solidFill>
                <a:latin typeface="Plus Jakarta Sans"/>
              </a:rPr>
              <a:t>LUXURY HARDWARE &amp; ACCESSORIES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AA700BB-86C2-CA96-5567-FB1E8095D562}"/>
              </a:ext>
            </a:extLst>
          </p:cNvPr>
          <p:cNvSpPr txBox="1"/>
          <p:nvPr/>
        </p:nvSpPr>
        <p:spPr>
          <a:xfrm>
            <a:off x="9525000" y="6248400"/>
            <a:ext cx="2085975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0" i="0" u="none">
                <a:solidFill>
                  <a:srgbClr val="8E8E93"/>
                </a:solidFill>
                <a:latin typeface="Plus Jakarta Sans"/>
              </a:rPr>
              <a:t>CONFIDENTIAL &amp; PROPRIETARY</a:t>
            </a:r>
          </a:p>
        </p:txBody>
      </p:sp>
      <p:pic>
        <p:nvPicPr>
          <p:cNvPr id="10" name="Picture 9" descr="image.png">
            <a:extLst>
              <a:ext uri="{FF2B5EF4-FFF2-40B4-BE49-F238E27FC236}">
                <a16:creationId xmlns:a16="http://schemas.microsoft.com/office/drawing/2014/main" id="{21EEC5D8-9F0E-A9EA-671C-B1BCA365F5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5062" y="6267450"/>
            <a:ext cx="123825" cy="10477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EDDD4B8-3485-BA06-B519-2DC4E080BC92}"/>
              </a:ext>
            </a:extLst>
          </p:cNvPr>
          <p:cNvSpPr txBox="1"/>
          <p:nvPr/>
        </p:nvSpPr>
        <p:spPr>
          <a:xfrm>
            <a:off x="581025" y="485775"/>
            <a:ext cx="11029950" cy="1333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25" b="0" i="0" u="none">
                <a:solidFill>
                  <a:srgbClr val="C5A059"/>
                </a:solidFill>
                <a:latin typeface="Plus Jakarta Sans Medium"/>
              </a:rPr>
              <a:t>BRAND PRESENTATION 2027 MONOLITH STUDIO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035B919-2D45-D5E7-F31B-F0E11E66F1FA}"/>
              </a:ext>
            </a:extLst>
          </p:cNvPr>
          <p:cNvSpPr/>
          <p:nvPr/>
        </p:nvSpPr>
        <p:spPr>
          <a:xfrm>
            <a:off x="581025" y="723900"/>
            <a:ext cx="11029950" cy="9525"/>
          </a:xfrm>
          <a:prstGeom prst="rect">
            <a:avLst/>
          </a:prstGeom>
          <a:solidFill>
            <a:srgbClr val="C5A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BCDDCB5-EC91-9E90-A327-99917E5F82F7}"/>
              </a:ext>
            </a:extLst>
          </p:cNvPr>
          <p:cNvSpPr txBox="1"/>
          <p:nvPr/>
        </p:nvSpPr>
        <p:spPr>
          <a:xfrm>
            <a:off x="-5482115" y="2413693"/>
            <a:ext cx="5020627" cy="16373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6270"/>
              </a:lnSpc>
            </a:pPr>
            <a:r>
              <a:rPr lang="en-US" dirty="0">
                <a:solidFill>
                  <a:srgbClr val="000000"/>
                </a:solidFill>
                <a:ea typeface="+mn-lt"/>
                <a:cs typeface="+mn-lt"/>
              </a:rPr>
              <a:t>
</a:t>
            </a:r>
            <a:r>
              <a:rPr lang="en-US" sz="6600" b="0" i="1" u="none">
                <a:solidFill>
                  <a:srgbClr val="C5A059"/>
                </a:solidFill>
                <a:latin typeface="Cormorant Garamond Light"/>
                <a:ea typeface="+mn-lt"/>
                <a:cs typeface="+mn-lt"/>
              </a:rPr>
              <a:t>STUDIO</a:t>
            </a:r>
            <a:endParaRPr lang="en-US" i="1">
              <a:solidFill>
                <a:srgbClr val="C5A059"/>
              </a:solidFill>
              <a:latin typeface="Cormorant Garamond Light"/>
              <a:ea typeface="Calibri"/>
              <a:cs typeface="Calibri"/>
            </a:endParaRPr>
          </a:p>
        </p:txBody>
      </p:sp>
      <p:pic>
        <p:nvPicPr>
          <p:cNvPr id="17" name="Picture 16" descr="image.png">
            <a:extLst>
              <a:ext uri="{FF2B5EF4-FFF2-40B4-BE49-F238E27FC236}">
                <a16:creationId xmlns:a16="http://schemas.microsoft.com/office/drawing/2014/main" id="{2F602C4E-4D69-24A7-6686-145439EB2D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38100" y="6924675"/>
            <a:ext cx="12192000" cy="685800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7EA7FE49-8A5E-953C-7472-921DDC29167C}"/>
              </a:ext>
            </a:extLst>
          </p:cNvPr>
          <p:cNvSpPr txBox="1"/>
          <p:nvPr/>
        </p:nvSpPr>
        <p:spPr>
          <a:xfrm>
            <a:off x="3409950" y="9676507"/>
            <a:ext cx="5290661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3600" dirty="0" err="1">
                <a:solidFill>
                  <a:srgbClr val="000000"/>
                </a:solidFill>
                <a:latin typeface="Plus Jakarta Sans Medium"/>
                <a:ea typeface="+mn-lt"/>
                <a:cs typeface="+mn-lt"/>
              </a:rPr>
              <a:t>Arquitectura</a:t>
            </a:r>
            <a:r>
              <a:rPr lang="en-US" sz="3600" dirty="0">
                <a:solidFill>
                  <a:srgbClr val="000000"/>
                </a:solidFill>
                <a:latin typeface="Plus Jakarta Sans Medium"/>
                <a:ea typeface="+mn-lt"/>
                <a:cs typeface="+mn-lt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Plus Jakarta Sans Medium"/>
                <a:ea typeface="+mn-lt"/>
                <a:cs typeface="+mn-lt"/>
              </a:rPr>
              <a:t>filosófica</a:t>
            </a:r>
            <a:endParaRPr lang="en-US">
              <a:latin typeface="Plus Jakarta Sans Medium"/>
            </a:endParaRPr>
          </a:p>
        </p:txBody>
      </p:sp>
    </p:spTree>
    <p:extLst>
      <p:ext uri="{BB962C8B-B14F-4D97-AF65-F5344CB8AC3E}">
        <p14:creationId xmlns:p14="http://schemas.microsoft.com/office/powerpoint/2010/main" val="12975531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6124575"/>
            <a:ext cx="11029950" cy="2476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1025" y="6248400"/>
            <a:ext cx="1095375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0" i="0" u="none">
                <a:solidFill>
                  <a:srgbClr val="6E6E73"/>
                </a:solidFill>
                <a:latin typeface="Plus Jakarta Sans"/>
              </a:rPr>
              <a:t>DESIGN MANUAL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39475" y="6248400"/>
            <a:ext cx="571500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0" i="0" u="none">
                <a:solidFill>
                  <a:srgbClr val="6E6E73"/>
                </a:solidFill>
                <a:latin typeface="Plus Jakarta Sans"/>
              </a:rPr>
              <a:t>PAGE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1025" y="485775"/>
            <a:ext cx="11029950" cy="1333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25" b="0" i="0" u="none">
                <a:solidFill>
                  <a:srgbClr val="8C6D2D"/>
                </a:solidFill>
                <a:latin typeface="Plus Jakarta Sans Medium"/>
              </a:rPr>
              <a:t>MONOLITH STUDIO CHAPTER I BRAND ESSENCE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1025" y="723900"/>
            <a:ext cx="11029950" cy="9525"/>
          </a:xfrm>
          <a:prstGeom prst="rect">
            <a:avLst/>
          </a:prstGeom>
          <a:solidFill>
            <a:srgbClr val="8C6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3B99EE1-56C7-6F76-89DE-8F4F680932FC}"/>
              </a:ext>
            </a:extLst>
          </p:cNvPr>
          <p:cNvSpPr txBox="1"/>
          <p:nvPr/>
        </p:nvSpPr>
        <p:spPr>
          <a:xfrm>
            <a:off x="3448050" y="2751832"/>
            <a:ext cx="5290661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3600" dirty="0" err="1">
                <a:solidFill>
                  <a:srgbClr val="000000"/>
                </a:solidFill>
                <a:latin typeface="Plus Jakarta Sans Medium"/>
                <a:ea typeface="+mn-lt"/>
                <a:cs typeface="+mn-lt"/>
              </a:rPr>
              <a:t>Arquitectura</a:t>
            </a:r>
            <a:r>
              <a:rPr lang="en-US" sz="3600" dirty="0">
                <a:solidFill>
                  <a:srgbClr val="000000"/>
                </a:solidFill>
                <a:latin typeface="Plus Jakarta Sans Medium"/>
                <a:ea typeface="+mn-lt"/>
                <a:cs typeface="+mn-lt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Plus Jakarta Sans Medium"/>
                <a:ea typeface="+mn-lt"/>
                <a:cs typeface="+mn-lt"/>
              </a:rPr>
              <a:t>filosófica</a:t>
            </a:r>
            <a:endParaRPr lang="en-US">
              <a:latin typeface="Plus Jakarta Sans Medium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32ED89B-C6D2-B239-9499-A7BB892C885C}"/>
              </a:ext>
            </a:extLst>
          </p:cNvPr>
          <p:cNvSpPr txBox="1"/>
          <p:nvPr/>
        </p:nvSpPr>
        <p:spPr>
          <a:xfrm>
            <a:off x="4867275" y="-1121887"/>
            <a:ext cx="245745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 u="none">
                <a:solidFill>
                  <a:srgbClr val="8C6D2D"/>
                </a:solidFill>
                <a:latin typeface="Cinzel"/>
              </a:rPr>
              <a:t>01 / </a:t>
            </a:r>
            <a:r>
              <a:rPr lang="en-US" sz="900">
                <a:solidFill>
                  <a:srgbClr val="8C6D2D"/>
                </a:solidFill>
                <a:latin typeface="Cinzel"/>
                <a:ea typeface="+mn-lt"/>
                <a:cs typeface="+mn-lt"/>
              </a:rPr>
              <a:t>FUNDAMENTOS DE MARCA</a:t>
            </a:r>
            <a:endParaRPr lang="en-US" sz="900" b="0" i="0" u="none">
              <a:solidFill>
                <a:srgbClr val="8C6D2D"/>
              </a:solidFill>
              <a:latin typeface="Cinzel"/>
              <a:ea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4C5D76-BA6B-962D-E072-646F03118C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0817A1DF-C102-FB84-1F82-11D624BEAA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>
            <a:extLst>
              <a:ext uri="{FF2B5EF4-FFF2-40B4-BE49-F238E27FC236}">
                <a16:creationId xmlns:a16="http://schemas.microsoft.com/office/drawing/2014/main" id="{52FC4686-229C-E5BF-B5CC-B528F022E0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6124575"/>
            <a:ext cx="11029950" cy="2476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4036D23-F21B-75E4-3AFB-32A397250D39}"/>
              </a:ext>
            </a:extLst>
          </p:cNvPr>
          <p:cNvSpPr txBox="1"/>
          <p:nvPr/>
        </p:nvSpPr>
        <p:spPr>
          <a:xfrm>
            <a:off x="4867275" y="2368897"/>
            <a:ext cx="245745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 u="none">
                <a:solidFill>
                  <a:srgbClr val="8C6D2D"/>
                </a:solidFill>
                <a:latin typeface="Cinzel"/>
              </a:rPr>
              <a:t>01 / </a:t>
            </a:r>
            <a:r>
              <a:rPr lang="en-US" sz="900">
                <a:solidFill>
                  <a:srgbClr val="8C6D2D"/>
                </a:solidFill>
                <a:latin typeface="Cinzel"/>
                <a:ea typeface="+mn-lt"/>
                <a:cs typeface="+mn-lt"/>
              </a:rPr>
              <a:t>FUNDAMENTOS DE MARCA</a:t>
            </a:r>
            <a:endParaRPr lang="en-US" sz="900" b="0" i="0" u="none">
              <a:solidFill>
                <a:srgbClr val="8C6D2D"/>
              </a:solidFill>
              <a:latin typeface="Cinzel"/>
              <a:ea typeface="Calibri"/>
              <a:cs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1B88CE-EBD9-37BE-C0DD-AA5A71A44C69}"/>
              </a:ext>
            </a:extLst>
          </p:cNvPr>
          <p:cNvSpPr txBox="1"/>
          <p:nvPr/>
        </p:nvSpPr>
        <p:spPr>
          <a:xfrm>
            <a:off x="2690574" y="2664172"/>
            <a:ext cx="6810851" cy="733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endParaRPr lang="en-US" sz="4800" b="1" i="0" u="none" dirty="0">
              <a:solidFill>
                <a:srgbClr val="111215"/>
              </a:solidFill>
              <a:latin typeface="Cormorant Garamond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BB8C180-16EB-7A78-2189-A77D7507B448}"/>
              </a:ext>
            </a:extLst>
          </p:cNvPr>
          <p:cNvSpPr/>
          <p:nvPr/>
        </p:nvSpPr>
        <p:spPr>
          <a:xfrm>
            <a:off x="5715000" y="3635722"/>
            <a:ext cx="762000" cy="19050"/>
          </a:xfrm>
          <a:prstGeom prst="rect">
            <a:avLst/>
          </a:prstGeom>
          <a:solidFill>
            <a:srgbClr val="C5A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0632EB8-81FD-4C36-7072-B7A73A6FDBB0}"/>
              </a:ext>
            </a:extLst>
          </p:cNvPr>
          <p:cNvSpPr txBox="1"/>
          <p:nvPr/>
        </p:nvSpPr>
        <p:spPr>
          <a:xfrm>
            <a:off x="2857500" y="3940522"/>
            <a:ext cx="6477000" cy="8215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350" dirty="0">
                <a:solidFill>
                  <a:srgbClr val="48484A"/>
                </a:solidFill>
                <a:latin typeface="Plus Jakarta Sans Light"/>
                <a:ea typeface="+mn-lt"/>
                <a:cs typeface="+mn-lt"/>
              </a:rPr>
              <a:t>Fusionamos el dominio ancestral del </a:t>
            </a:r>
            <a:r>
              <a:rPr lang="en-US" sz="1350" i="1" dirty="0">
                <a:solidFill>
                  <a:srgbClr val="48484A"/>
                </a:solidFill>
                <a:latin typeface="Plus Jakarta Sans Light"/>
                <a:ea typeface="+mn-lt"/>
                <a:cs typeface="+mn-lt"/>
              </a:rPr>
              <a:t>Kintsugi</a:t>
            </a:r>
            <a:r>
              <a:rPr lang="en-US" sz="1350" dirty="0">
                <a:solidFill>
                  <a:srgbClr val="48484A"/>
                </a:solidFill>
                <a:latin typeface="Plus Jakarta Sans Light"/>
                <a:ea typeface="+mn-lt"/>
                <a:cs typeface="+mn-lt"/>
              </a:rPr>
              <a:t> con la </a:t>
            </a:r>
            <a:r>
              <a:rPr lang="en-US" sz="1350" dirty="0" err="1">
                <a:solidFill>
                  <a:srgbClr val="48484A"/>
                </a:solidFill>
                <a:latin typeface="Plus Jakarta Sans Light"/>
                <a:ea typeface="+mn-lt"/>
                <a:cs typeface="+mn-lt"/>
              </a:rPr>
              <a:t>precisión</a:t>
            </a:r>
            <a:r>
              <a:rPr lang="en-US" sz="1350" dirty="0">
                <a:solidFill>
                  <a:srgbClr val="48484A"/>
                </a:solidFill>
                <a:latin typeface="Plus Jakarta Sans Light"/>
                <a:ea typeface="+mn-lt"/>
                <a:cs typeface="+mn-lt"/>
              </a:rPr>
              <a:t> del f</a:t>
            </a:r>
            <a:r>
              <a:rPr lang="en-US" sz="1350" dirty="0" err="1">
                <a:solidFill>
                  <a:srgbClr val="48484A"/>
                </a:solidFill>
                <a:latin typeface="Plus Jakarta Sans Light"/>
                <a:ea typeface="+mn-lt"/>
                <a:cs typeface="+mn-lt"/>
              </a:rPr>
              <a:t>resado </a:t>
            </a:r>
            <a:r>
              <a:rPr lang="en-US" sz="1350" dirty="0">
                <a:solidFill>
                  <a:srgbClr val="48484A"/>
                </a:solidFill>
                <a:latin typeface="Plus Jakarta Sans Light"/>
                <a:ea typeface="+mn-lt"/>
                <a:cs typeface="+mn-lt"/>
              </a:rPr>
              <a:t>CNC. Monolith Studio t</a:t>
            </a:r>
            <a:r>
              <a:rPr lang="en-US" sz="1350" dirty="0" err="1">
                <a:solidFill>
                  <a:srgbClr val="48484A"/>
                </a:solidFill>
                <a:latin typeface="Plus Jakarta Sans Light"/>
                <a:ea typeface="+mn-lt"/>
                <a:cs typeface="+mn-lt"/>
              </a:rPr>
              <a:t>ransforma </a:t>
            </a:r>
            <a:r>
              <a:rPr lang="en-US" sz="1350" dirty="0">
                <a:solidFill>
                  <a:srgbClr val="48484A"/>
                </a:solidFill>
                <a:latin typeface="Plus Jakarta Sans Light"/>
                <a:ea typeface="+mn-lt"/>
                <a:cs typeface="+mn-lt"/>
              </a:rPr>
              <a:t>o</a:t>
            </a:r>
            <a:r>
              <a:rPr lang="en-US" sz="1350" dirty="0" err="1">
                <a:solidFill>
                  <a:srgbClr val="48484A"/>
                </a:solidFill>
                <a:latin typeface="Plus Jakarta Sans Light"/>
                <a:ea typeface="+mn-lt"/>
                <a:cs typeface="+mn-lt"/>
              </a:rPr>
              <a:t>bjetos </a:t>
            </a:r>
            <a:r>
              <a:rPr lang="en-US" sz="1350" dirty="0">
                <a:solidFill>
                  <a:srgbClr val="48484A"/>
                </a:solidFill>
                <a:latin typeface="Plus Jakarta Sans Light"/>
                <a:ea typeface="+mn-lt"/>
                <a:cs typeface="+mn-lt"/>
              </a:rPr>
              <a:t>c</a:t>
            </a:r>
            <a:r>
              <a:rPr lang="en-US" sz="1350" dirty="0" err="1">
                <a:solidFill>
                  <a:srgbClr val="48484A"/>
                </a:solidFill>
                <a:latin typeface="Plus Jakarta Sans Light"/>
                <a:ea typeface="+mn-lt"/>
                <a:cs typeface="+mn-lt"/>
              </a:rPr>
              <a:t>otidianos </a:t>
            </a:r>
            <a:r>
              <a:rPr lang="en-US" sz="1350" dirty="0">
                <a:solidFill>
                  <a:srgbClr val="48484A"/>
                </a:solidFill>
                <a:latin typeface="Plus Jakarta Sans Light"/>
                <a:ea typeface="+mn-lt"/>
                <a:cs typeface="+mn-lt"/>
              </a:rPr>
              <a:t>de t</a:t>
            </a:r>
            <a:r>
              <a:rPr lang="en-US" sz="1350" dirty="0" err="1">
                <a:solidFill>
                  <a:srgbClr val="48484A"/>
                </a:solidFill>
                <a:latin typeface="Plus Jakarta Sans Light"/>
                <a:ea typeface="+mn-lt"/>
                <a:cs typeface="+mn-lt"/>
              </a:rPr>
              <a:t>u </a:t>
            </a:r>
            <a:r>
              <a:rPr lang="en-US" sz="1350" dirty="0">
                <a:solidFill>
                  <a:srgbClr val="48484A"/>
                </a:solidFill>
                <a:latin typeface="Plus Jakarta Sans Light"/>
                <a:ea typeface="+mn-lt"/>
                <a:cs typeface="+mn-lt"/>
              </a:rPr>
              <a:t>e</a:t>
            </a:r>
            <a:r>
              <a:rPr lang="en-US" sz="1350" dirty="0" err="1">
                <a:solidFill>
                  <a:srgbClr val="48484A"/>
                </a:solidFill>
                <a:latin typeface="Plus Jakarta Sans Light"/>
                <a:ea typeface="+mn-lt"/>
                <a:cs typeface="+mn-lt"/>
              </a:rPr>
              <a:t>scritorio </a:t>
            </a:r>
            <a:r>
              <a:rPr lang="en-US" sz="1350" dirty="0">
                <a:solidFill>
                  <a:srgbClr val="48484A"/>
                </a:solidFill>
                <a:latin typeface="Plus Jakarta Sans Light"/>
                <a:ea typeface="+mn-lt"/>
                <a:cs typeface="+mn-lt"/>
              </a:rPr>
              <a:t>e</a:t>
            </a:r>
            <a:r>
              <a:rPr lang="en-US" sz="1350" dirty="0" err="1">
                <a:solidFill>
                  <a:srgbClr val="48484A"/>
                </a:solidFill>
                <a:latin typeface="Plus Jakarta Sans Light"/>
                <a:ea typeface="+mn-lt"/>
                <a:cs typeface="+mn-lt"/>
              </a:rPr>
              <a:t>n </a:t>
            </a:r>
            <a:r>
              <a:rPr lang="en-US" sz="1350" dirty="0">
                <a:solidFill>
                  <a:srgbClr val="48484A"/>
                </a:solidFill>
                <a:latin typeface="Plus Jakarta Sans Light"/>
                <a:ea typeface="+mn-lt"/>
                <a:cs typeface="+mn-lt"/>
              </a:rPr>
              <a:t>e</a:t>
            </a:r>
            <a:r>
              <a:rPr lang="en-US" sz="1350" dirty="0" err="1">
                <a:solidFill>
                  <a:srgbClr val="48484A"/>
                </a:solidFill>
                <a:latin typeface="Plus Jakarta Sans Light"/>
                <a:ea typeface="+mn-lt"/>
                <a:cs typeface="+mn-lt"/>
              </a:rPr>
              <a:t>sculturas </a:t>
            </a:r>
            <a:r>
              <a:rPr lang="en-US" sz="1350" dirty="0">
                <a:solidFill>
                  <a:srgbClr val="48484A"/>
                </a:solidFill>
                <a:latin typeface="Plus Jakarta Sans Light"/>
                <a:ea typeface="+mn-lt"/>
                <a:cs typeface="+mn-lt"/>
              </a:rPr>
              <a:t>a</a:t>
            </a:r>
            <a:r>
              <a:rPr lang="en-US" sz="1350" dirty="0" err="1">
                <a:solidFill>
                  <a:srgbClr val="48484A"/>
                </a:solidFill>
                <a:latin typeface="Plus Jakarta Sans Light"/>
                <a:ea typeface="+mn-lt"/>
                <a:cs typeface="+mn-lt"/>
              </a:rPr>
              <a:t>temporales </a:t>
            </a:r>
            <a:r>
              <a:rPr lang="en-US" sz="1350" dirty="0">
                <a:solidFill>
                  <a:srgbClr val="48484A"/>
                </a:solidFill>
                <a:latin typeface="Plus Jakarta Sans Light"/>
                <a:ea typeface="+mn-lt"/>
                <a:cs typeface="+mn-lt"/>
              </a:rPr>
              <a:t>d</a:t>
            </a:r>
            <a:r>
              <a:rPr lang="en-US" sz="1350" dirty="0" err="1">
                <a:solidFill>
                  <a:srgbClr val="48484A"/>
                </a:solidFill>
                <a:latin typeface="Plus Jakarta Sans Light"/>
                <a:ea typeface="+mn-lt"/>
                <a:cs typeface="+mn-lt"/>
              </a:rPr>
              <a:t>ignas </a:t>
            </a:r>
            <a:r>
              <a:rPr lang="en-US" sz="1350" dirty="0">
                <a:solidFill>
                  <a:srgbClr val="48484A"/>
                </a:solidFill>
                <a:latin typeface="Plus Jakarta Sans Light"/>
                <a:ea typeface="+mn-lt"/>
                <a:cs typeface="+mn-lt"/>
              </a:rPr>
              <a:t>de ser h</a:t>
            </a:r>
            <a:r>
              <a:rPr lang="en-US" sz="1350" dirty="0" err="1">
                <a:solidFill>
                  <a:srgbClr val="48484A"/>
                </a:solidFill>
                <a:latin typeface="Plus Jakarta Sans Light"/>
                <a:ea typeface="+mn-lt"/>
                <a:cs typeface="+mn-lt"/>
              </a:rPr>
              <a:t>eredadas.</a:t>
            </a:r>
            <a:endParaRPr lang="en-US" dirty="0" err="1">
              <a:latin typeface="Plus Jakarta Sans Light"/>
              <a:ea typeface="+mn-lt"/>
              <a:cs typeface="+mn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BE4FA7-30DA-8AAE-18E8-6FAB7031C392}"/>
              </a:ext>
            </a:extLst>
          </p:cNvPr>
          <p:cNvSpPr txBox="1"/>
          <p:nvPr/>
        </p:nvSpPr>
        <p:spPr>
          <a:xfrm>
            <a:off x="581025" y="6248400"/>
            <a:ext cx="1095375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0" i="0" u="none">
                <a:solidFill>
                  <a:srgbClr val="6E6E73"/>
                </a:solidFill>
                <a:latin typeface="Plus Jakarta Sans"/>
              </a:rPr>
              <a:t>DESIGN MANUAL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CCF3728-D8BD-DAA1-EFD3-09720BA2F3B9}"/>
              </a:ext>
            </a:extLst>
          </p:cNvPr>
          <p:cNvSpPr txBox="1"/>
          <p:nvPr/>
        </p:nvSpPr>
        <p:spPr>
          <a:xfrm>
            <a:off x="11039475" y="6248400"/>
            <a:ext cx="571500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0" i="0" u="none">
                <a:solidFill>
                  <a:srgbClr val="6E6E73"/>
                </a:solidFill>
                <a:latin typeface="Plus Jakarta Sans"/>
              </a:rPr>
              <a:t>PAGE 02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0C7A7FB-C191-67B6-B386-6B75F87B328B}"/>
              </a:ext>
            </a:extLst>
          </p:cNvPr>
          <p:cNvSpPr txBox="1"/>
          <p:nvPr/>
        </p:nvSpPr>
        <p:spPr>
          <a:xfrm>
            <a:off x="581025" y="485775"/>
            <a:ext cx="11029950" cy="1333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25" b="0" i="0" u="none">
                <a:solidFill>
                  <a:srgbClr val="8C6D2D"/>
                </a:solidFill>
                <a:latin typeface="Plus Jakarta Sans Medium"/>
              </a:rPr>
              <a:t>MONOLITH STUDIO CHAPTER I BRAND ESSENCE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CE3B053-55DC-EDCC-A467-FAD15D79FB2B}"/>
              </a:ext>
            </a:extLst>
          </p:cNvPr>
          <p:cNvSpPr/>
          <p:nvPr/>
        </p:nvSpPr>
        <p:spPr>
          <a:xfrm>
            <a:off x="581025" y="723900"/>
            <a:ext cx="11029950" cy="9525"/>
          </a:xfrm>
          <a:prstGeom prst="rect">
            <a:avLst/>
          </a:prstGeom>
          <a:solidFill>
            <a:srgbClr val="8C6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69E1670-1ED4-B6FA-5324-CF0334E2EF02}"/>
              </a:ext>
            </a:extLst>
          </p:cNvPr>
          <p:cNvSpPr txBox="1"/>
          <p:nvPr/>
        </p:nvSpPr>
        <p:spPr>
          <a:xfrm>
            <a:off x="3448050" y="2751832"/>
            <a:ext cx="5290661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3600" dirty="0" err="1">
                <a:solidFill>
                  <a:srgbClr val="000000"/>
                </a:solidFill>
                <a:ea typeface="+mn-lt"/>
                <a:cs typeface="+mn-lt"/>
              </a:rPr>
              <a:t>Arquitectura</a:t>
            </a:r>
            <a:r>
              <a:rPr lang="en-US" sz="3600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3600" dirty="0" err="1">
                <a:solidFill>
                  <a:srgbClr val="000000"/>
                </a:solidFill>
                <a:ea typeface="+mn-lt"/>
                <a:cs typeface="+mn-lt"/>
              </a:rPr>
              <a:t>filosófica</a:t>
            </a:r>
            <a:endParaRPr lang="en-US" dirty="0" err="1">
              <a:latin typeface="Plus Jakarta Sans Medium"/>
            </a:endParaRPr>
          </a:p>
        </p:txBody>
      </p:sp>
    </p:spTree>
    <p:extLst>
      <p:ext uri="{BB962C8B-B14F-4D97-AF65-F5344CB8AC3E}">
        <p14:creationId xmlns:p14="http://schemas.microsoft.com/office/powerpoint/2010/main" val="15418022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2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778918"/>
            <a:ext cx="5324475" cy="188118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778918"/>
            <a:ext cx="5324475" cy="188118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6124575"/>
            <a:ext cx="11029950" cy="2476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81025" y="6248400"/>
            <a:ext cx="1695450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8E8E93"/>
                </a:solidFill>
                <a:latin typeface="Plus Jakarta Sans"/>
              </a:rPr>
              <a:t>STRATEGIC POSITIONING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39475" y="6248400"/>
            <a:ext cx="571500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8E8E93"/>
                </a:solidFill>
                <a:latin typeface="Plus Jakarta Sans"/>
              </a:rPr>
              <a:t>PAGE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925" y="3121818"/>
            <a:ext cx="4870608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2100" b="1" dirty="0" err="1">
                <a:solidFill>
                  <a:srgbClr val="C5A059"/>
                </a:solidFill>
                <a:latin typeface="Cormorant Garamond"/>
              </a:rPr>
              <a:t>Permanencia</a:t>
            </a:r>
            <a:r>
              <a:rPr lang="en-US" sz="2100" b="1" dirty="0">
                <a:solidFill>
                  <a:srgbClr val="C5A059"/>
                </a:solidFill>
                <a:latin typeface="Cormorant Garamond"/>
              </a:rPr>
              <a:t> </a:t>
            </a:r>
            <a:r>
              <a:rPr lang="en-US" sz="2100" b="1" dirty="0" err="1">
                <a:solidFill>
                  <a:srgbClr val="C5A059"/>
                </a:solidFill>
                <a:latin typeface="Cormorant Garamond"/>
              </a:rPr>
              <a:t>M</a:t>
            </a:r>
            <a:r>
              <a:rPr lang="en-US" sz="2100" b="1" dirty="0" err="1">
                <a:solidFill>
                  <a:srgbClr val="C5A059"/>
                </a:solidFill>
                <a:latin typeface="Cormorant Garamond"/>
                <a:ea typeface="+mn-lt"/>
                <a:cs typeface="+mn-lt"/>
              </a:rPr>
              <a:t>onolítica</a:t>
            </a:r>
            <a:endParaRPr lang="en-US" sz="2100" b="1" i="0" u="none" dirty="0" err="1">
              <a:solidFill>
                <a:srgbClr val="C5A059"/>
              </a:solidFill>
              <a:latin typeface="Cormorant Garamond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23925" y="3588543"/>
            <a:ext cx="4638675" cy="7073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912"/>
              </a:lnSpc>
            </a:pPr>
            <a:r>
              <a:rPr lang="en-US" sz="1100" dirty="0">
                <a:solidFill>
                  <a:srgbClr val="A1A1A6"/>
                </a:solidFill>
                <a:latin typeface="Plus Jakarta Sans"/>
              </a:rPr>
              <a:t>Cada </a:t>
            </a:r>
            <a:r>
              <a:rPr lang="en-US" sz="1100" dirty="0" err="1">
                <a:solidFill>
                  <a:srgbClr val="A1A1A6"/>
                </a:solidFill>
                <a:latin typeface="Plus Jakarta Sans"/>
              </a:rPr>
              <a:t>creacion</a:t>
            </a:r>
            <a:r>
              <a:rPr lang="en-US" sz="1100" dirty="0">
                <a:solidFill>
                  <a:srgbClr val="A1A1A6"/>
                </a:solidFill>
                <a:latin typeface="Plus Jakarta Sans"/>
              </a:rPr>
              <a:t> </a:t>
            </a:r>
            <a:r>
              <a:rPr lang="en-US" sz="1100" dirty="0" err="1">
                <a:solidFill>
                  <a:srgbClr val="A1A1A6"/>
                </a:solidFill>
                <a:latin typeface="Plus Jakarta Sans"/>
              </a:rPr>
              <a:t>comienza</a:t>
            </a:r>
            <a:r>
              <a:rPr lang="en-US" sz="1100" dirty="0">
                <a:solidFill>
                  <a:srgbClr val="A1A1A6"/>
                </a:solidFill>
                <a:latin typeface="Plus Jakarta Sans"/>
              </a:rPr>
              <a:t> con </a:t>
            </a:r>
            <a:r>
              <a:rPr lang="en-US" sz="1100" dirty="0" err="1">
                <a:solidFill>
                  <a:srgbClr val="A1A1A6"/>
                </a:solidFill>
                <a:latin typeface="Plus Jakarta Sans"/>
              </a:rPr>
              <a:t>autentico</a:t>
            </a:r>
            <a:r>
              <a:rPr lang="en-US" sz="1100" dirty="0">
                <a:solidFill>
                  <a:srgbClr val="A1A1A6"/>
                </a:solidFill>
                <a:latin typeface="Plus Jakarta Sans"/>
              </a:rPr>
              <a:t> </a:t>
            </a:r>
            <a:r>
              <a:rPr lang="en-US" sz="1100" dirty="0" err="1">
                <a:solidFill>
                  <a:srgbClr val="A1A1A6"/>
                </a:solidFill>
                <a:latin typeface="Plus Jakarta Sans"/>
              </a:rPr>
              <a:t>marmol</a:t>
            </a:r>
            <a:r>
              <a:rPr lang="en-US" sz="1100" dirty="0">
                <a:solidFill>
                  <a:srgbClr val="A1A1A6"/>
                </a:solidFill>
                <a:latin typeface="Plus Jakarta Sans"/>
              </a:rPr>
              <a:t> </a:t>
            </a:r>
            <a:r>
              <a:rPr lang="en-US" sz="1100" dirty="0" err="1">
                <a:solidFill>
                  <a:srgbClr val="A1A1A6"/>
                </a:solidFill>
                <a:latin typeface="Plus Jakarta Sans"/>
              </a:rPr>
              <a:t>italiano</a:t>
            </a:r>
            <a:r>
              <a:rPr lang="en-US" sz="1100" dirty="0">
                <a:solidFill>
                  <a:srgbClr val="A1A1A6"/>
                </a:solidFill>
                <a:latin typeface="Plus Jakarta Sans"/>
              </a:rPr>
              <a:t> de Carrara.</a:t>
            </a:r>
            <a:br>
              <a:rPr lang="en-US" sz="1100" dirty="0">
                <a:solidFill>
                  <a:srgbClr val="A1A1A6"/>
                </a:solidFill>
                <a:latin typeface="Plus Jakarta Sans"/>
              </a:rPr>
            </a:br>
            <a:r>
              <a:rPr lang="en-US" sz="1100" dirty="0" err="1">
                <a:solidFill>
                  <a:srgbClr val="A1A1A6"/>
                </a:solidFill>
                <a:latin typeface="Plus Jakarta Sans"/>
              </a:rPr>
              <a:t>Seleccionamos</a:t>
            </a:r>
            <a:r>
              <a:rPr lang="en-US" sz="1100" dirty="0">
                <a:solidFill>
                  <a:srgbClr val="A1A1A6"/>
                </a:solidFill>
                <a:latin typeface="Plus Jakarta Sans"/>
              </a:rPr>
              <a:t> </a:t>
            </a:r>
            <a:r>
              <a:rPr lang="en-US" sz="1100" dirty="0" err="1">
                <a:solidFill>
                  <a:srgbClr val="A1A1A6"/>
                </a:solidFill>
                <a:latin typeface="Plus Jakarta Sans"/>
              </a:rPr>
              <a:t>bloques</a:t>
            </a:r>
            <a:r>
              <a:rPr lang="en-US" sz="1100" dirty="0">
                <a:solidFill>
                  <a:srgbClr val="A1A1A6"/>
                </a:solidFill>
                <a:latin typeface="Plus Jakarta Sans"/>
              </a:rPr>
              <a:t> de piedra </a:t>
            </a:r>
            <a:r>
              <a:rPr lang="en-US" sz="1100" dirty="0" err="1">
                <a:solidFill>
                  <a:srgbClr val="A1A1A6"/>
                </a:solidFill>
                <a:latin typeface="Plus Jakarta Sans"/>
              </a:rPr>
              <a:t>bruta</a:t>
            </a:r>
            <a:r>
              <a:rPr lang="en-US" sz="1100" dirty="0">
                <a:solidFill>
                  <a:srgbClr val="A1A1A6"/>
                </a:solidFill>
                <a:latin typeface="Plus Jakarta Sans"/>
              </a:rPr>
              <a:t> </a:t>
            </a:r>
            <a:r>
              <a:rPr lang="en-US" sz="1100" dirty="0" err="1">
                <a:solidFill>
                  <a:srgbClr val="A1A1A6"/>
                </a:solidFill>
                <a:latin typeface="Plus Jakarta Sans"/>
              </a:rPr>
              <a:t>por</a:t>
            </a:r>
            <a:r>
              <a:rPr lang="en-US" sz="1100" dirty="0">
                <a:solidFill>
                  <a:srgbClr val="A1A1A6"/>
                </a:solidFill>
                <a:latin typeface="Plus Jakarta Sans"/>
              </a:rPr>
              <a:t> </a:t>
            </a:r>
            <a:r>
              <a:rPr lang="en-US" sz="1100" dirty="0" err="1">
                <a:solidFill>
                  <a:srgbClr val="A1A1A6"/>
                </a:solidFill>
                <a:latin typeface="Plus Jakarta Sans"/>
              </a:rPr>
              <a:t>su</a:t>
            </a:r>
            <a:r>
              <a:rPr lang="en-US" sz="1100" dirty="0">
                <a:solidFill>
                  <a:srgbClr val="A1A1A6"/>
                </a:solidFill>
                <a:latin typeface="Plus Jakarta Sans"/>
              </a:rPr>
              <a:t> </a:t>
            </a:r>
            <a:r>
              <a:rPr lang="en-US" sz="1100" dirty="0" err="1">
                <a:solidFill>
                  <a:srgbClr val="A1A1A6"/>
                </a:solidFill>
                <a:latin typeface="Plus Jakarta Sans"/>
              </a:rPr>
              <a:t>densidad</a:t>
            </a:r>
            <a:r>
              <a:rPr lang="en-US" sz="1100" dirty="0">
                <a:solidFill>
                  <a:srgbClr val="A1A1A6"/>
                </a:solidFill>
                <a:latin typeface="Plus Jakarta Sans"/>
              </a:rPr>
              <a:t> </a:t>
            </a:r>
            <a:r>
              <a:rPr lang="en-US" sz="1100" dirty="0" err="1">
                <a:solidFill>
                  <a:srgbClr val="A1A1A6"/>
                </a:solidFill>
                <a:latin typeface="Plus Jakarta Sans"/>
              </a:rPr>
              <a:t>estructural</a:t>
            </a:r>
            <a:r>
              <a:rPr lang="en-US" sz="1100" dirty="0">
                <a:solidFill>
                  <a:srgbClr val="A1A1A6"/>
                </a:solidFill>
                <a:latin typeface="Plus Jakarta Sans"/>
              </a:rPr>
              <a:t> y sus </a:t>
            </a:r>
            <a:r>
              <a:rPr lang="en-US" sz="1100" dirty="0" err="1">
                <a:solidFill>
                  <a:srgbClr val="A1A1A6"/>
                </a:solidFill>
                <a:latin typeface="Plus Jakarta Sans"/>
              </a:rPr>
              <a:t>exquisitas</a:t>
            </a:r>
            <a:r>
              <a:rPr lang="en-US" sz="1100" dirty="0">
                <a:solidFill>
                  <a:srgbClr val="A1A1A6"/>
                </a:solidFill>
                <a:latin typeface="Plus Jakarta Sans"/>
              </a:rPr>
              <a:t> </a:t>
            </a:r>
            <a:r>
              <a:rPr lang="en-US" sz="1100" dirty="0" err="1">
                <a:solidFill>
                  <a:srgbClr val="A1A1A6"/>
                </a:solidFill>
                <a:latin typeface="Plus Jakarta Sans"/>
              </a:rPr>
              <a:t>vetas</a:t>
            </a:r>
            <a:r>
              <a:rPr lang="en-US" sz="1100" dirty="0">
                <a:solidFill>
                  <a:srgbClr val="A1A1A6"/>
                </a:solidFill>
                <a:latin typeface="Plus Jakarta Sans"/>
              </a:rPr>
              <a:t> naturales, </a:t>
            </a:r>
            <a:r>
              <a:rPr lang="en-US" sz="1100" dirty="0" err="1">
                <a:solidFill>
                  <a:srgbClr val="A1A1A6"/>
                </a:solidFill>
                <a:latin typeface="Plus Jakarta Sans"/>
              </a:rPr>
              <a:t>garantizando</a:t>
            </a:r>
            <a:r>
              <a:rPr lang="en-US" sz="1100" dirty="0">
                <a:solidFill>
                  <a:srgbClr val="A1A1A6"/>
                </a:solidFill>
                <a:latin typeface="Plus Jakarta Sans"/>
              </a:rPr>
              <a:t> </a:t>
            </a:r>
            <a:r>
              <a:rPr lang="en-US" sz="1100" dirty="0" err="1">
                <a:solidFill>
                  <a:srgbClr val="A1A1A6"/>
                </a:solidFill>
                <a:latin typeface="Plus Jakarta Sans"/>
              </a:rPr>
              <a:t>que</a:t>
            </a:r>
            <a:r>
              <a:rPr lang="en-US" sz="1100" dirty="0">
                <a:solidFill>
                  <a:srgbClr val="A1A1A6"/>
                </a:solidFill>
                <a:latin typeface="Plus Jakarta Sans"/>
              </a:rPr>
              <a:t> no </a:t>
            </a:r>
            <a:r>
              <a:rPr lang="en-US" sz="1100" dirty="0" err="1">
                <a:solidFill>
                  <a:srgbClr val="A1A1A6"/>
                </a:solidFill>
                <a:latin typeface="Plus Jakarta Sans"/>
              </a:rPr>
              <a:t>existan</a:t>
            </a:r>
            <a:r>
              <a:rPr lang="en-US" sz="1100" dirty="0">
                <a:solidFill>
                  <a:srgbClr val="A1A1A6"/>
                </a:solidFill>
                <a:latin typeface="Plus Jakarta Sans"/>
              </a:rPr>
              <a:t> dos </a:t>
            </a:r>
            <a:r>
              <a:rPr lang="en-US" sz="1100" dirty="0" err="1">
                <a:solidFill>
                  <a:srgbClr val="A1A1A6"/>
                </a:solidFill>
                <a:latin typeface="Plus Jakarta Sans"/>
              </a:rPr>
              <a:t>piezas</a:t>
            </a:r>
            <a:r>
              <a:rPr lang="en-US" sz="1100" dirty="0">
                <a:solidFill>
                  <a:srgbClr val="A1A1A6"/>
                </a:solidFill>
                <a:latin typeface="Plus Jakarta Sans"/>
              </a:rPr>
              <a:t> </a:t>
            </a:r>
            <a:r>
              <a:rPr lang="en-US" sz="1100" dirty="0" err="1">
                <a:solidFill>
                  <a:srgbClr val="A1A1A6"/>
                </a:solidFill>
                <a:latin typeface="Plus Jakarta Sans"/>
              </a:rPr>
              <a:t>iguales</a:t>
            </a:r>
            <a:r>
              <a:rPr lang="en-US" sz="1100" dirty="0">
                <a:solidFill>
                  <a:srgbClr val="A1A1A6"/>
                </a:solidFill>
                <a:latin typeface="Plus Jakarta Sans"/>
              </a:rPr>
              <a:t>.</a:t>
            </a:r>
            <a:endParaRPr lang="en-US" sz="1100" b="0" i="0" u="none" dirty="0">
              <a:solidFill>
                <a:srgbClr val="A1A1A6"/>
              </a:solidFill>
              <a:latin typeface="Plus Jakarta San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629400" y="3121818"/>
            <a:ext cx="4870608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2100" b="1" dirty="0">
                <a:solidFill>
                  <a:srgbClr val="C5A059"/>
                </a:solidFill>
                <a:latin typeface="Cormorant Garamond"/>
              </a:rPr>
              <a:t>La </a:t>
            </a:r>
            <a:r>
              <a:rPr lang="en-US" sz="2100" b="1" dirty="0" err="1">
                <a:solidFill>
                  <a:srgbClr val="C5A059"/>
                </a:solidFill>
                <a:latin typeface="Cormorant Garamond"/>
              </a:rPr>
              <a:t>reparaci</a:t>
            </a:r>
            <a:r>
              <a:rPr lang="en-US" sz="2100" dirty="0" err="1">
                <a:solidFill>
                  <a:srgbClr val="C5A059"/>
                </a:solidFill>
                <a:latin typeface="Cormorant Garamond"/>
                <a:ea typeface="+mn-lt"/>
                <a:cs typeface="+mn-lt"/>
              </a:rPr>
              <a:t>ó</a:t>
            </a:r>
            <a:r>
              <a:rPr lang="en-US" sz="2100" b="1" dirty="0" err="1">
                <a:solidFill>
                  <a:srgbClr val="C5A059"/>
                </a:solidFill>
                <a:latin typeface="Cormorant Garamond"/>
              </a:rPr>
              <a:t>n</a:t>
            </a:r>
            <a:r>
              <a:rPr lang="en-US" sz="2100" b="1" dirty="0">
                <a:solidFill>
                  <a:srgbClr val="C5A059"/>
                </a:solidFill>
                <a:latin typeface="Cormorant Garamond"/>
              </a:rPr>
              <a:t> Dorada</a:t>
            </a:r>
            <a:endParaRPr lang="en-US" sz="2100" b="1" i="0" u="none" dirty="0">
              <a:solidFill>
                <a:srgbClr val="C5A059"/>
              </a:solidFill>
              <a:latin typeface="Cormorant Garamond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629400" y="3588543"/>
            <a:ext cx="4638675" cy="7073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912"/>
              </a:lnSpc>
            </a:pPr>
            <a:r>
              <a:rPr lang="en-US" sz="1100" dirty="0" err="1">
                <a:solidFill>
                  <a:srgbClr val="A1A1A6"/>
                </a:solidFill>
                <a:latin typeface="Plus Jakarta Sans"/>
                <a:ea typeface="+mn-lt"/>
                <a:cs typeface="+mn-lt"/>
              </a:rPr>
              <a:t>Inspirados</a:t>
            </a:r>
            <a:r>
              <a:rPr lang="en-US" sz="1100" dirty="0">
                <a:solidFill>
                  <a:srgbClr val="A1A1A6"/>
                </a:solidFill>
                <a:latin typeface="Plus Jakarta Sans"/>
                <a:ea typeface="+mn-lt"/>
                <a:cs typeface="+mn-lt"/>
              </a:rPr>
              <a:t> </a:t>
            </a:r>
            <a:r>
              <a:rPr lang="en-US" sz="1100" dirty="0" err="1">
                <a:solidFill>
                  <a:srgbClr val="A1A1A6"/>
                </a:solidFill>
                <a:latin typeface="Plus Jakarta Sans"/>
                <a:ea typeface="+mn-lt"/>
                <a:cs typeface="+mn-lt"/>
              </a:rPr>
              <a:t>por</a:t>
            </a:r>
            <a:r>
              <a:rPr lang="en-US" sz="1100" dirty="0">
                <a:solidFill>
                  <a:srgbClr val="A1A1A6"/>
                </a:solidFill>
                <a:latin typeface="Plus Jakarta Sans"/>
                <a:ea typeface="+mn-lt"/>
                <a:cs typeface="+mn-lt"/>
              </a:rPr>
              <a:t> el </a:t>
            </a:r>
            <a:r>
              <a:rPr lang="en-US" sz="1100" i="1" dirty="0">
                <a:solidFill>
                  <a:srgbClr val="A1A1A6"/>
                </a:solidFill>
                <a:latin typeface="Plus Jakarta Sans"/>
                <a:ea typeface="+mn-lt"/>
                <a:cs typeface="+mn-lt"/>
              </a:rPr>
              <a:t>Kintsugi</a:t>
            </a:r>
            <a:r>
              <a:rPr lang="en-US" sz="1100" dirty="0">
                <a:solidFill>
                  <a:srgbClr val="A1A1A6"/>
                </a:solidFill>
                <a:latin typeface="Plus Jakarta Sans"/>
                <a:ea typeface="+mn-lt"/>
                <a:cs typeface="+mn-lt"/>
              </a:rPr>
              <a:t> </a:t>
            </a:r>
            <a:r>
              <a:rPr lang="en-US" sz="1100" dirty="0" err="1">
                <a:solidFill>
                  <a:srgbClr val="A1A1A6"/>
                </a:solidFill>
                <a:latin typeface="Plus Jakarta Sans"/>
                <a:ea typeface="+mn-lt"/>
                <a:cs typeface="+mn-lt"/>
              </a:rPr>
              <a:t>japonés</a:t>
            </a:r>
            <a:r>
              <a:rPr lang="en-US" sz="1100" dirty="0">
                <a:solidFill>
                  <a:srgbClr val="A1A1A6"/>
                </a:solidFill>
                <a:latin typeface="Plus Jakarta Sans"/>
                <a:ea typeface="+mn-lt"/>
                <a:cs typeface="+mn-lt"/>
              </a:rPr>
              <a:t>, </a:t>
            </a:r>
            <a:r>
              <a:rPr lang="en-US" sz="1100" dirty="0" err="1">
                <a:solidFill>
                  <a:srgbClr val="A1A1A6"/>
                </a:solidFill>
                <a:latin typeface="Plus Jakarta Sans"/>
                <a:ea typeface="+mn-lt"/>
                <a:cs typeface="+mn-lt"/>
              </a:rPr>
              <a:t>nuestras</a:t>
            </a:r>
            <a:r>
              <a:rPr lang="en-US" sz="1100" dirty="0">
                <a:solidFill>
                  <a:srgbClr val="A1A1A6"/>
                </a:solidFill>
                <a:latin typeface="Plus Jakarta Sans"/>
                <a:ea typeface="+mn-lt"/>
                <a:cs typeface="+mn-lt"/>
              </a:rPr>
              <a:t> </a:t>
            </a:r>
            <a:r>
              <a:rPr lang="en-US" sz="1100" dirty="0" err="1">
                <a:solidFill>
                  <a:srgbClr val="A1A1A6"/>
                </a:solidFill>
                <a:latin typeface="Plus Jakarta Sans"/>
                <a:ea typeface="+mn-lt"/>
                <a:cs typeface="+mn-lt"/>
              </a:rPr>
              <a:t>incrustaciones</a:t>
            </a:r>
            <a:r>
              <a:rPr lang="en-US" sz="1100" dirty="0">
                <a:solidFill>
                  <a:srgbClr val="A1A1A6"/>
                </a:solidFill>
                <a:latin typeface="Plus Jakarta Sans"/>
                <a:ea typeface="+mn-lt"/>
                <a:cs typeface="+mn-lt"/>
              </a:rPr>
              <a:t> </a:t>
            </a:r>
            <a:r>
              <a:rPr lang="en-US" sz="1100" dirty="0" err="1">
                <a:solidFill>
                  <a:srgbClr val="A1A1A6"/>
                </a:solidFill>
                <a:latin typeface="Plus Jakarta Sans"/>
                <a:ea typeface="+mn-lt"/>
                <a:cs typeface="+mn-lt"/>
              </a:rPr>
              <a:t>distintivas</a:t>
            </a:r>
            <a:r>
              <a:rPr lang="en-US" sz="1100" dirty="0">
                <a:solidFill>
                  <a:srgbClr val="A1A1A6"/>
                </a:solidFill>
                <a:latin typeface="Plus Jakarta Sans"/>
                <a:ea typeface="+mn-lt"/>
                <a:cs typeface="+mn-lt"/>
              </a:rPr>
              <a:t> de </a:t>
            </a:r>
            <a:r>
              <a:rPr lang="en-US" sz="1100" dirty="0" err="1">
                <a:solidFill>
                  <a:srgbClr val="A1A1A6"/>
                </a:solidFill>
                <a:latin typeface="Plus Jakarta Sans"/>
                <a:ea typeface="+mn-lt"/>
                <a:cs typeface="+mn-lt"/>
              </a:rPr>
              <a:t>oro</a:t>
            </a:r>
            <a:r>
              <a:rPr lang="en-US" sz="1100" dirty="0">
                <a:solidFill>
                  <a:srgbClr val="A1A1A6"/>
                </a:solidFill>
                <a:latin typeface="Plus Jakarta Sans"/>
                <a:ea typeface="+mn-lt"/>
                <a:cs typeface="+mn-lt"/>
              </a:rPr>
              <a:t> y </a:t>
            </a:r>
            <a:r>
              <a:rPr lang="en-US" sz="1100" dirty="0" err="1">
                <a:solidFill>
                  <a:srgbClr val="A1A1A6"/>
                </a:solidFill>
                <a:latin typeface="Plus Jakarta Sans"/>
                <a:ea typeface="+mn-lt"/>
                <a:cs typeface="+mn-lt"/>
              </a:rPr>
              <a:t>bronce</a:t>
            </a:r>
            <a:r>
              <a:rPr lang="en-US" sz="1100" dirty="0">
                <a:solidFill>
                  <a:srgbClr val="A1A1A6"/>
                </a:solidFill>
                <a:latin typeface="Plus Jakarta Sans"/>
                <a:ea typeface="+mn-lt"/>
                <a:cs typeface="+mn-lt"/>
              </a:rPr>
              <a:t> </a:t>
            </a:r>
            <a:r>
              <a:rPr lang="en-US" sz="1100" dirty="0" err="1">
                <a:solidFill>
                  <a:srgbClr val="A1A1A6"/>
                </a:solidFill>
                <a:latin typeface="Plus Jakarta Sans"/>
                <a:ea typeface="+mn-lt"/>
                <a:cs typeface="+mn-lt"/>
              </a:rPr>
              <a:t>celebran</a:t>
            </a:r>
            <a:r>
              <a:rPr lang="en-US" sz="1100" dirty="0">
                <a:solidFill>
                  <a:srgbClr val="A1A1A6"/>
                </a:solidFill>
                <a:latin typeface="Plus Jakarta Sans"/>
                <a:ea typeface="+mn-lt"/>
                <a:cs typeface="+mn-lt"/>
              </a:rPr>
              <a:t> la </a:t>
            </a:r>
            <a:r>
              <a:rPr lang="en-US" sz="1100" dirty="0" err="1">
                <a:solidFill>
                  <a:srgbClr val="A1A1A6"/>
                </a:solidFill>
                <a:latin typeface="Plus Jakarta Sans"/>
                <a:ea typeface="+mn-lt"/>
                <a:cs typeface="+mn-lt"/>
              </a:rPr>
              <a:t>belleza</a:t>
            </a:r>
            <a:r>
              <a:rPr lang="en-US" sz="1100" dirty="0">
                <a:solidFill>
                  <a:srgbClr val="A1A1A6"/>
                </a:solidFill>
                <a:latin typeface="Plus Jakarta Sans"/>
                <a:ea typeface="+mn-lt"/>
                <a:cs typeface="+mn-lt"/>
              </a:rPr>
              <a:t> </a:t>
            </a:r>
            <a:r>
              <a:rPr lang="en-US" sz="1100" dirty="0" err="1">
                <a:solidFill>
                  <a:srgbClr val="A1A1A6"/>
                </a:solidFill>
                <a:latin typeface="Plus Jakarta Sans"/>
                <a:ea typeface="+mn-lt"/>
                <a:cs typeface="+mn-lt"/>
              </a:rPr>
              <a:t>en</a:t>
            </a:r>
            <a:r>
              <a:rPr lang="en-US" sz="1100" dirty="0">
                <a:solidFill>
                  <a:srgbClr val="A1A1A6"/>
                </a:solidFill>
                <a:latin typeface="Plus Jakarta Sans"/>
                <a:ea typeface="+mn-lt"/>
                <a:cs typeface="+mn-lt"/>
              </a:rPr>
              <a:t> el </a:t>
            </a:r>
            <a:r>
              <a:rPr lang="en-US" sz="1100" dirty="0" err="1">
                <a:solidFill>
                  <a:srgbClr val="A1A1A6"/>
                </a:solidFill>
                <a:latin typeface="Plus Jakarta Sans"/>
                <a:ea typeface="+mn-lt"/>
                <a:cs typeface="+mn-lt"/>
              </a:rPr>
              <a:t>equilibrio</a:t>
            </a:r>
            <a:r>
              <a:rPr lang="en-US" sz="1100" dirty="0">
                <a:solidFill>
                  <a:srgbClr val="A1A1A6"/>
                </a:solidFill>
                <a:latin typeface="Plus Jakarta Sans"/>
                <a:ea typeface="+mn-lt"/>
                <a:cs typeface="+mn-lt"/>
              </a:rPr>
              <a:t> </a:t>
            </a:r>
            <a:r>
              <a:rPr lang="en-US" sz="1100" dirty="0" err="1">
                <a:solidFill>
                  <a:srgbClr val="A1A1A6"/>
                </a:solidFill>
                <a:latin typeface="Plus Jakarta Sans"/>
                <a:ea typeface="+mn-lt"/>
                <a:cs typeface="+mn-lt"/>
              </a:rPr>
              <a:t>estructural</a:t>
            </a:r>
            <a:r>
              <a:rPr lang="en-US" sz="1100" dirty="0">
                <a:solidFill>
                  <a:srgbClr val="A1A1A6"/>
                </a:solidFill>
                <a:latin typeface="Plus Jakarta Sans"/>
                <a:ea typeface="+mn-lt"/>
                <a:cs typeface="+mn-lt"/>
              </a:rPr>
              <a:t>. Las </a:t>
            </a:r>
            <a:r>
              <a:rPr lang="en-US" sz="1100" dirty="0" err="1">
                <a:solidFill>
                  <a:srgbClr val="A1A1A6"/>
                </a:solidFill>
                <a:latin typeface="Plus Jakarta Sans"/>
                <a:ea typeface="+mn-lt"/>
                <a:cs typeface="+mn-lt"/>
              </a:rPr>
              <a:t>vetas</a:t>
            </a:r>
            <a:r>
              <a:rPr lang="en-US" sz="1100" dirty="0">
                <a:solidFill>
                  <a:srgbClr val="A1A1A6"/>
                </a:solidFill>
                <a:latin typeface="Plus Jakarta Sans"/>
                <a:ea typeface="+mn-lt"/>
                <a:cs typeface="+mn-lt"/>
              </a:rPr>
              <a:t> naturales </a:t>
            </a:r>
            <a:r>
              <a:rPr lang="en-US" sz="1100" dirty="0" err="1">
                <a:solidFill>
                  <a:srgbClr val="A1A1A6"/>
                </a:solidFill>
                <a:latin typeface="Plus Jakarta Sans"/>
                <a:ea typeface="+mn-lt"/>
                <a:cs typeface="+mn-lt"/>
              </a:rPr>
              <a:t>imperfectas</a:t>
            </a:r>
            <a:r>
              <a:rPr lang="en-US" sz="1100" dirty="0">
                <a:solidFill>
                  <a:srgbClr val="A1A1A6"/>
                </a:solidFill>
                <a:latin typeface="Plus Jakarta Sans"/>
                <a:ea typeface="+mn-lt"/>
                <a:cs typeface="+mn-lt"/>
              </a:rPr>
              <a:t> del </a:t>
            </a:r>
            <a:r>
              <a:rPr lang="en-US" sz="1100" dirty="0" err="1">
                <a:solidFill>
                  <a:srgbClr val="A1A1A6"/>
                </a:solidFill>
                <a:latin typeface="Plus Jakarta Sans"/>
                <a:ea typeface="+mn-lt"/>
                <a:cs typeface="+mn-lt"/>
              </a:rPr>
              <a:t>mármol</a:t>
            </a:r>
            <a:r>
              <a:rPr lang="en-US" sz="1100" dirty="0">
                <a:solidFill>
                  <a:srgbClr val="A1A1A6"/>
                </a:solidFill>
                <a:latin typeface="Plus Jakarta Sans"/>
                <a:ea typeface="+mn-lt"/>
                <a:cs typeface="+mn-lt"/>
              </a:rPr>
              <a:t> se </a:t>
            </a:r>
            <a:r>
              <a:rPr lang="en-US" sz="1100" dirty="0" err="1">
                <a:solidFill>
                  <a:srgbClr val="A1A1A6"/>
                </a:solidFill>
                <a:latin typeface="Plus Jakarta Sans"/>
                <a:ea typeface="+mn-lt"/>
                <a:cs typeface="+mn-lt"/>
              </a:rPr>
              <a:t>realzan</a:t>
            </a:r>
            <a:r>
              <a:rPr lang="en-US" sz="1100" dirty="0">
                <a:solidFill>
                  <a:srgbClr val="A1A1A6"/>
                </a:solidFill>
                <a:latin typeface="Plus Jakarta Sans"/>
                <a:ea typeface="+mn-lt"/>
                <a:cs typeface="+mn-lt"/>
              </a:rPr>
              <a:t> con </a:t>
            </a:r>
            <a:r>
              <a:rPr lang="en-US" sz="1100" dirty="0" err="1">
                <a:solidFill>
                  <a:srgbClr val="A1A1A6"/>
                </a:solidFill>
                <a:latin typeface="Plus Jakarta Sans"/>
                <a:ea typeface="+mn-lt"/>
                <a:cs typeface="+mn-lt"/>
              </a:rPr>
              <a:t>líneas</a:t>
            </a:r>
            <a:r>
              <a:rPr lang="en-US" sz="1100" dirty="0">
                <a:solidFill>
                  <a:srgbClr val="A1A1A6"/>
                </a:solidFill>
                <a:latin typeface="Plus Jakarta Sans"/>
                <a:ea typeface="+mn-lt"/>
                <a:cs typeface="+mn-lt"/>
              </a:rPr>
              <a:t> de metal </a:t>
            </a:r>
            <a:r>
              <a:rPr lang="en-US" sz="1100" dirty="0" err="1">
                <a:solidFill>
                  <a:srgbClr val="A1A1A6"/>
                </a:solidFill>
                <a:latin typeface="Plus Jakarta Sans"/>
                <a:ea typeface="+mn-lt"/>
                <a:cs typeface="+mn-lt"/>
              </a:rPr>
              <a:t>líquido</a:t>
            </a:r>
            <a:r>
              <a:rPr lang="en-US" sz="1100" dirty="0">
                <a:solidFill>
                  <a:srgbClr val="A1A1A6"/>
                </a:solidFill>
                <a:latin typeface="Plus Jakarta Sans"/>
                <a:ea typeface="+mn-lt"/>
                <a:cs typeface="+mn-lt"/>
              </a:rPr>
              <a:t> puro.</a:t>
            </a:r>
            <a:endParaRPr lang="en-US">
              <a:latin typeface="Plus Jakarta San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81025" y="485775"/>
            <a:ext cx="11029950" cy="1333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25" b="0" i="0" u="none">
                <a:solidFill>
                  <a:srgbClr val="C5A059"/>
                </a:solidFill>
                <a:latin typeface="Plus Jakarta Sans Medium"/>
              </a:rPr>
              <a:t>MONOLITH STUDIO CORE VALUES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1025" y="723900"/>
            <a:ext cx="11029950" cy="9525"/>
          </a:xfrm>
          <a:prstGeom prst="rect">
            <a:avLst/>
          </a:prstGeom>
          <a:solidFill>
            <a:srgbClr val="C5A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81025" y="733425"/>
            <a:ext cx="11581447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2850">
                <a:solidFill>
                  <a:srgbClr val="FFFFFF"/>
                </a:solidFill>
                <a:latin typeface="Cormorant Garamond SemiBold"/>
              </a:rPr>
              <a:t>Pilares de Marca</a:t>
            </a:r>
            <a:endParaRPr lang="en-US" sz="2850" dirty="0">
              <a:solidFill>
                <a:srgbClr val="FFFFFF"/>
              </a:solidFill>
              <a:latin typeface="Cormorant Garamond SemiBold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14C616B-8EF6-48FA-2772-DF7D2C567E1A}"/>
              </a:ext>
            </a:extLst>
          </p:cNvPr>
          <p:cNvSpPr/>
          <p:nvPr/>
        </p:nvSpPr>
        <p:spPr>
          <a:xfrm>
            <a:off x="581025" y="730597"/>
            <a:ext cx="11029950" cy="19050"/>
          </a:xfrm>
          <a:prstGeom prst="rect">
            <a:avLst/>
          </a:prstGeom>
          <a:solidFill>
            <a:srgbClr val="C5A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image.png">
            <a:extLst>
              <a:ext uri="{FF2B5EF4-FFF2-40B4-BE49-F238E27FC236}">
                <a16:creationId xmlns:a16="http://schemas.microsoft.com/office/drawing/2014/main" id="{F9A3DEF5-7A64-5BA2-1B99-4D0105B908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925" y="7538144"/>
            <a:ext cx="3517850" cy="2573387"/>
          </a:xfrm>
          <a:prstGeom prst="rect">
            <a:avLst/>
          </a:prstGeom>
        </p:spPr>
      </p:pic>
      <p:pic>
        <p:nvPicPr>
          <p:cNvPr id="20" name="Picture 19" descr="image.png">
            <a:extLst>
              <a:ext uri="{FF2B5EF4-FFF2-40B4-BE49-F238E27FC236}">
                <a16:creationId xmlns:a16="http://schemas.microsoft.com/office/drawing/2014/main" id="{376393B3-087B-6AFA-25BC-18F13927DF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84600" y="-3377506"/>
            <a:ext cx="3517850" cy="2573387"/>
          </a:xfrm>
          <a:prstGeom prst="rect">
            <a:avLst/>
          </a:prstGeom>
        </p:spPr>
      </p:pic>
      <p:pic>
        <p:nvPicPr>
          <p:cNvPr id="22" name="Picture 21" descr="image.png">
            <a:extLst>
              <a:ext uri="{FF2B5EF4-FFF2-40B4-BE49-F238E27FC236}">
                <a16:creationId xmlns:a16="http://schemas.microsoft.com/office/drawing/2014/main" id="{569245C0-FD4B-5E86-2285-9D1B142FAA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4875" y="7538144"/>
            <a:ext cx="3517999" cy="2573387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9229BE0E-AE45-E013-8568-D58A88B7D918}"/>
              </a:ext>
            </a:extLst>
          </p:cNvPr>
          <p:cNvSpPr txBox="1"/>
          <p:nvPr/>
        </p:nvSpPr>
        <p:spPr>
          <a:xfrm>
            <a:off x="790575" y="8309669"/>
            <a:ext cx="3173677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dirty="0" err="1">
                <a:solidFill>
                  <a:srgbClr val="111215"/>
                </a:solidFill>
                <a:latin typeface="Cormorant Garamond SemiBold"/>
              </a:rPr>
              <a:t>Pantalla</a:t>
            </a:r>
            <a:r>
              <a:rPr lang="en-US" dirty="0">
                <a:solidFill>
                  <a:srgbClr val="111215"/>
                </a:solidFill>
                <a:latin typeface="Cormorant Garamond SemiBold"/>
              </a:rPr>
              <a:t> Principal</a:t>
            </a:r>
            <a:endParaRPr lang="en-US" sz="1800" b="0" i="0" u="none" dirty="0">
              <a:solidFill>
                <a:srgbClr val="111215"/>
              </a:solidFill>
              <a:latin typeface="Cormorant Garamond SemiBold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10EA142-4144-6B7F-0C87-D8EC6548FFBA}"/>
              </a:ext>
            </a:extLst>
          </p:cNvPr>
          <p:cNvSpPr txBox="1"/>
          <p:nvPr/>
        </p:nvSpPr>
        <p:spPr>
          <a:xfrm>
            <a:off x="790575" y="8728769"/>
            <a:ext cx="302255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111215"/>
                </a:solidFill>
                <a:latin typeface="Cormorant Garamond"/>
              </a:rPr>
              <a:t>Cormorant Garamond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9976E62-FABE-7BA1-FC2B-CFEF014E9883}"/>
              </a:ext>
            </a:extLst>
          </p:cNvPr>
          <p:cNvSpPr txBox="1"/>
          <p:nvPr/>
        </p:nvSpPr>
        <p:spPr>
          <a:xfrm>
            <a:off x="790575" y="9176444"/>
            <a:ext cx="3022550" cy="6398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679"/>
              </a:lnSpc>
            </a:pPr>
            <a:r>
              <a:rPr lang="en-US" sz="1050" dirty="0" err="1">
                <a:solidFill>
                  <a:srgbClr val="515154"/>
                </a:solidFill>
                <a:latin typeface="Plus Jakarta Sans"/>
                <a:ea typeface="+mn-lt"/>
                <a:cs typeface="+mn-lt"/>
              </a:rPr>
              <a:t>Utilizada</a:t>
            </a:r>
            <a:r>
              <a:rPr lang="en-US" sz="1050" dirty="0">
                <a:solidFill>
                  <a:srgbClr val="515154"/>
                </a:solidFill>
                <a:latin typeface="Plus Jakarta Sans"/>
                <a:ea typeface="+mn-lt"/>
                <a:cs typeface="+mn-lt"/>
              </a:rPr>
              <a:t> para </a:t>
            </a:r>
            <a:r>
              <a:rPr lang="en-US" sz="1050" dirty="0" err="1">
                <a:solidFill>
                  <a:srgbClr val="515154"/>
                </a:solidFill>
                <a:latin typeface="Plus Jakarta Sans"/>
                <a:ea typeface="+mn-lt"/>
                <a:cs typeface="+mn-lt"/>
              </a:rPr>
              <a:t>títulos</a:t>
            </a:r>
            <a:r>
              <a:rPr lang="en-US" sz="1050" b="0" i="0" u="none" dirty="0">
                <a:solidFill>
                  <a:srgbClr val="515154"/>
                </a:solidFill>
                <a:latin typeface="Plus Jakarta Sans"/>
                <a:ea typeface="+mn-lt"/>
                <a:cs typeface="+mn-lt"/>
              </a:rPr>
              <a:t>, </a:t>
            </a:r>
            <a:r>
              <a:rPr lang="en-US" sz="1050" dirty="0" err="1">
                <a:solidFill>
                  <a:srgbClr val="515154"/>
                </a:solidFill>
                <a:latin typeface="Plus Jakarta Sans"/>
                <a:ea typeface="+mn-lt"/>
                <a:cs typeface="+mn-lt"/>
              </a:rPr>
              <a:t>declaraciones</a:t>
            </a:r>
            <a:r>
              <a:rPr lang="en-US" sz="1050" dirty="0">
                <a:solidFill>
                  <a:srgbClr val="515154"/>
                </a:solidFill>
                <a:latin typeface="Plus Jakarta Sans"/>
                <a:ea typeface="+mn-lt"/>
                <a:cs typeface="+mn-lt"/>
              </a:rPr>
              <a:t> de </a:t>
            </a:r>
            <a:r>
              <a:rPr lang="en-US" sz="1050" dirty="0" err="1">
                <a:solidFill>
                  <a:srgbClr val="515154"/>
                </a:solidFill>
                <a:latin typeface="Plus Jakarta Sans"/>
                <a:ea typeface="+mn-lt"/>
                <a:cs typeface="+mn-lt"/>
              </a:rPr>
              <a:t>marca</a:t>
            </a:r>
            <a:r>
              <a:rPr lang="en-US" sz="1050" dirty="0">
                <a:solidFill>
                  <a:srgbClr val="515154"/>
                </a:solidFill>
                <a:latin typeface="Plus Jakarta Sans"/>
                <a:ea typeface="+mn-lt"/>
                <a:cs typeface="+mn-lt"/>
              </a:rPr>
              <a:t> y </a:t>
            </a:r>
            <a:r>
              <a:rPr lang="en-US" sz="1050" dirty="0" err="1">
                <a:solidFill>
                  <a:srgbClr val="515154"/>
                </a:solidFill>
                <a:latin typeface="Plus Jakarta Sans"/>
                <a:ea typeface="+mn-lt"/>
                <a:cs typeface="+mn-lt"/>
              </a:rPr>
              <a:t>cifras</a:t>
            </a:r>
            <a:r>
              <a:rPr lang="en-US" sz="1050" dirty="0">
                <a:solidFill>
                  <a:srgbClr val="515154"/>
                </a:solidFill>
                <a:latin typeface="Plus Jakarta Sans"/>
                <a:ea typeface="+mn-lt"/>
                <a:cs typeface="+mn-lt"/>
              </a:rPr>
              <a:t> </a:t>
            </a:r>
            <a:r>
              <a:rPr lang="en-US" sz="1050" dirty="0" err="1">
                <a:solidFill>
                  <a:srgbClr val="515154"/>
                </a:solidFill>
                <a:latin typeface="Plus Jakarta Sans"/>
                <a:ea typeface="+mn-lt"/>
                <a:cs typeface="+mn-lt"/>
              </a:rPr>
              <a:t>destacadas</a:t>
            </a:r>
            <a:r>
              <a:rPr lang="en-US" sz="1050" b="0" i="0" u="none" dirty="0">
                <a:solidFill>
                  <a:srgbClr val="515154"/>
                </a:solidFill>
                <a:latin typeface="Plus Jakarta Sans"/>
                <a:ea typeface="+mn-lt"/>
                <a:cs typeface="+mn-lt"/>
              </a:rPr>
              <a:t>. </a:t>
            </a:r>
            <a:r>
              <a:rPr lang="en-US" sz="1050" dirty="0" err="1">
                <a:solidFill>
                  <a:srgbClr val="515154"/>
                </a:solidFill>
                <a:latin typeface="Plus Jakarta Sans"/>
                <a:ea typeface="+mn-lt"/>
                <a:cs typeface="+mn-lt"/>
              </a:rPr>
              <a:t>Transmite</a:t>
            </a:r>
            <a:r>
              <a:rPr lang="en-US" sz="1050" dirty="0">
                <a:solidFill>
                  <a:srgbClr val="515154"/>
                </a:solidFill>
                <a:latin typeface="Plus Jakarta Sans"/>
                <a:ea typeface="+mn-lt"/>
                <a:cs typeface="+mn-lt"/>
              </a:rPr>
              <a:t> </a:t>
            </a:r>
            <a:r>
              <a:rPr lang="en-US" sz="1050" dirty="0" err="1">
                <a:solidFill>
                  <a:srgbClr val="515154"/>
                </a:solidFill>
                <a:latin typeface="Plus Jakarta Sans"/>
                <a:ea typeface="+mn-lt"/>
                <a:cs typeface="+mn-lt"/>
              </a:rPr>
              <a:t>calidez</a:t>
            </a:r>
            <a:r>
              <a:rPr lang="en-US" sz="1050" b="0" i="0" u="none" dirty="0">
                <a:solidFill>
                  <a:srgbClr val="515154"/>
                </a:solidFill>
                <a:latin typeface="Plus Jakarta Sans"/>
                <a:ea typeface="+mn-lt"/>
                <a:cs typeface="+mn-lt"/>
              </a:rPr>
              <a:t>, </a:t>
            </a:r>
            <a:r>
              <a:rPr lang="en-US" sz="1050" dirty="0" err="1">
                <a:solidFill>
                  <a:srgbClr val="515154"/>
                </a:solidFill>
                <a:latin typeface="Plus Jakarta Sans"/>
                <a:ea typeface="+mn-lt"/>
                <a:cs typeface="+mn-lt"/>
              </a:rPr>
              <a:t>herencia</a:t>
            </a:r>
            <a:r>
              <a:rPr lang="en-US" sz="1050" dirty="0">
                <a:solidFill>
                  <a:srgbClr val="515154"/>
                </a:solidFill>
                <a:latin typeface="Plus Jakarta Sans"/>
                <a:ea typeface="+mn-lt"/>
                <a:cs typeface="+mn-lt"/>
              </a:rPr>
              <a:t> y </a:t>
            </a:r>
            <a:r>
              <a:rPr lang="en-US" sz="1050" dirty="0" err="1">
                <a:solidFill>
                  <a:srgbClr val="515154"/>
                </a:solidFill>
                <a:latin typeface="Plus Jakarta Sans"/>
                <a:ea typeface="+mn-lt"/>
                <a:cs typeface="+mn-lt"/>
              </a:rPr>
              <a:t>una</a:t>
            </a:r>
            <a:r>
              <a:rPr lang="en-US" sz="1050" dirty="0">
                <a:solidFill>
                  <a:srgbClr val="515154"/>
                </a:solidFill>
                <a:latin typeface="Plus Jakarta Sans"/>
                <a:ea typeface="+mn-lt"/>
                <a:cs typeface="+mn-lt"/>
              </a:rPr>
              <a:t> </a:t>
            </a:r>
            <a:r>
              <a:rPr lang="en-US" sz="1050" dirty="0" err="1">
                <a:solidFill>
                  <a:srgbClr val="515154"/>
                </a:solidFill>
                <a:latin typeface="Plus Jakarta Sans"/>
                <a:ea typeface="+mn-lt"/>
                <a:cs typeface="+mn-lt"/>
              </a:rPr>
              <a:t>elegancia</a:t>
            </a:r>
            <a:r>
              <a:rPr lang="en-US" sz="1050" dirty="0">
                <a:solidFill>
                  <a:srgbClr val="515154"/>
                </a:solidFill>
                <a:latin typeface="Plus Jakarta Sans"/>
                <a:ea typeface="+mn-lt"/>
                <a:cs typeface="+mn-lt"/>
              </a:rPr>
              <a:t> de alto </a:t>
            </a:r>
            <a:r>
              <a:rPr lang="en-US" sz="1050" dirty="0" err="1">
                <a:solidFill>
                  <a:srgbClr val="515154"/>
                </a:solidFill>
                <a:latin typeface="Plus Jakarta Sans"/>
                <a:ea typeface="+mn-lt"/>
                <a:cs typeface="+mn-lt"/>
              </a:rPr>
              <a:t>lujo</a:t>
            </a:r>
            <a:r>
              <a:rPr lang="en-US" sz="1050" b="0" i="0" u="none" dirty="0">
                <a:solidFill>
                  <a:srgbClr val="515154"/>
                </a:solidFill>
                <a:latin typeface="Plus Jakarta Sans"/>
                <a:ea typeface="+mn-lt"/>
                <a:cs typeface="+mn-lt"/>
              </a:rPr>
              <a:t>.</a:t>
            </a:r>
            <a:endParaRPr lang="en-US">
              <a:latin typeface="Plus Jakarta Sans"/>
              <a:ea typeface="+mn-lt"/>
              <a:cs typeface="+mn-lt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1E330D5-BB0C-373C-D364-B7BAF0B2D002}"/>
              </a:ext>
            </a:extLst>
          </p:cNvPr>
          <p:cNvSpPr txBox="1"/>
          <p:nvPr/>
        </p:nvSpPr>
        <p:spPr>
          <a:xfrm>
            <a:off x="4432250" y="-2605981"/>
            <a:ext cx="3173677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500" dirty="0" err="1">
                <a:solidFill>
                  <a:srgbClr val="111215"/>
                </a:solidFill>
                <a:latin typeface="Cormorant Garamond SemiBold"/>
              </a:rPr>
              <a:t>Titulos</a:t>
            </a:r>
            <a:r>
              <a:rPr lang="en-US" sz="1500" dirty="0">
                <a:solidFill>
                  <a:srgbClr val="111215"/>
                </a:solidFill>
                <a:latin typeface="Cormorant Garamond SemiBold"/>
              </a:rPr>
              <a:t> </a:t>
            </a:r>
            <a:r>
              <a:rPr lang="en-US" sz="1500" dirty="0" err="1">
                <a:solidFill>
                  <a:srgbClr val="111215"/>
                </a:solidFill>
                <a:latin typeface="Cormorant Garamond SemiBold"/>
              </a:rPr>
              <a:t>Secundarios</a:t>
            </a:r>
            <a:endParaRPr lang="en-US" sz="1500" b="0" i="0" u="none" dirty="0">
              <a:solidFill>
                <a:srgbClr val="111215"/>
              </a:solidFill>
              <a:latin typeface="Cormorant Garamond SemiBold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86F8ED5-DDD5-5A8C-21B8-4A27BECB8B72}"/>
              </a:ext>
            </a:extLst>
          </p:cNvPr>
          <p:cNvSpPr txBox="1"/>
          <p:nvPr/>
        </p:nvSpPr>
        <p:spPr>
          <a:xfrm>
            <a:off x="4432250" y="-2205931"/>
            <a:ext cx="3022550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111215"/>
                </a:solidFill>
                <a:latin typeface="Cinzel SemiBold"/>
              </a:rPr>
              <a:t>Cinzel Serif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842FA83-D97E-AE8B-9E18-21CFABAB54EB}"/>
              </a:ext>
            </a:extLst>
          </p:cNvPr>
          <p:cNvSpPr txBox="1"/>
          <p:nvPr/>
        </p:nvSpPr>
        <p:spPr>
          <a:xfrm>
            <a:off x="4432250" y="-1819275"/>
            <a:ext cx="3022550" cy="6398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679"/>
              </a:lnSpc>
            </a:pPr>
            <a:r>
              <a:rPr lang="en-US" sz="1050" dirty="0" err="1">
                <a:latin typeface="Plus Jakarta Sans"/>
                <a:ea typeface="+mn-lt"/>
                <a:cs typeface="+mn-lt"/>
              </a:rPr>
              <a:t>Utilizada</a:t>
            </a:r>
            <a:r>
              <a:rPr lang="en-US" sz="1050" dirty="0">
                <a:latin typeface="Plus Jakarta Sans"/>
                <a:ea typeface="+mn-lt"/>
                <a:cs typeface="+mn-lt"/>
              </a:rPr>
              <a:t> para </a:t>
            </a:r>
            <a:r>
              <a:rPr lang="en-US" sz="1050" dirty="0" err="1">
                <a:latin typeface="Plus Jakarta Sans"/>
                <a:ea typeface="+mn-lt"/>
                <a:cs typeface="+mn-lt"/>
              </a:rPr>
              <a:t>subtítulos</a:t>
            </a:r>
            <a:r>
              <a:rPr lang="en-US" sz="1050" b="0" i="0" u="none" dirty="0">
                <a:latin typeface="Plus Jakarta Sans"/>
                <a:ea typeface="+mn-lt"/>
                <a:cs typeface="+mn-lt"/>
              </a:rPr>
              <a:t>, </a:t>
            </a:r>
            <a:r>
              <a:rPr lang="en-US" sz="1050" dirty="0" err="1">
                <a:latin typeface="Plus Jakarta Sans"/>
                <a:ea typeface="+mn-lt"/>
                <a:cs typeface="+mn-lt"/>
              </a:rPr>
              <a:t>indicadores</a:t>
            </a:r>
            <a:r>
              <a:rPr lang="en-US" sz="1050" dirty="0">
                <a:latin typeface="Plus Jakarta Sans"/>
                <a:ea typeface="+mn-lt"/>
                <a:cs typeface="+mn-lt"/>
              </a:rPr>
              <a:t> de </a:t>
            </a:r>
            <a:r>
              <a:rPr lang="en-US" sz="1050" dirty="0" err="1">
                <a:latin typeface="Plus Jakarta Sans"/>
                <a:ea typeface="+mn-lt"/>
                <a:cs typeface="+mn-lt"/>
              </a:rPr>
              <a:t>capítulo</a:t>
            </a:r>
            <a:r>
              <a:rPr lang="en-US" sz="1050" dirty="0">
                <a:latin typeface="Plus Jakarta Sans"/>
                <a:ea typeface="+mn-lt"/>
                <a:cs typeface="+mn-lt"/>
              </a:rPr>
              <a:t> y </a:t>
            </a:r>
            <a:r>
              <a:rPr lang="en-US" sz="1050" dirty="0" err="1">
                <a:latin typeface="Plus Jakarta Sans"/>
                <a:ea typeface="+mn-lt"/>
                <a:cs typeface="+mn-lt"/>
              </a:rPr>
              <a:t>etiquetas</a:t>
            </a:r>
            <a:r>
              <a:rPr lang="en-US" sz="1050" dirty="0">
                <a:latin typeface="Plus Jakarta Sans"/>
                <a:ea typeface="+mn-lt"/>
                <a:cs typeface="+mn-lt"/>
              </a:rPr>
              <a:t> </a:t>
            </a:r>
            <a:r>
              <a:rPr lang="en-US" sz="1050" dirty="0" err="1">
                <a:latin typeface="Plus Jakarta Sans"/>
                <a:ea typeface="+mn-lt"/>
                <a:cs typeface="+mn-lt"/>
              </a:rPr>
              <a:t>técnicas</a:t>
            </a:r>
            <a:r>
              <a:rPr lang="en-US" sz="1050" dirty="0">
                <a:latin typeface="Plus Jakarta Sans"/>
                <a:ea typeface="+mn-lt"/>
                <a:cs typeface="+mn-lt"/>
              </a:rPr>
              <a:t> </a:t>
            </a:r>
            <a:r>
              <a:rPr lang="en-US" sz="1050" dirty="0" err="1">
                <a:latin typeface="Plus Jakarta Sans"/>
                <a:ea typeface="+mn-lt"/>
                <a:cs typeface="+mn-lt"/>
              </a:rPr>
              <a:t>que</a:t>
            </a:r>
            <a:r>
              <a:rPr lang="en-US" sz="1050" dirty="0">
                <a:latin typeface="Plus Jakarta Sans"/>
                <a:ea typeface="+mn-lt"/>
                <a:cs typeface="+mn-lt"/>
              </a:rPr>
              <a:t> </a:t>
            </a:r>
            <a:r>
              <a:rPr lang="en-US" sz="1050" dirty="0" err="1">
                <a:latin typeface="Plus Jakarta Sans"/>
                <a:ea typeface="+mn-lt"/>
                <a:cs typeface="+mn-lt"/>
              </a:rPr>
              <a:t>requieren</a:t>
            </a:r>
            <a:r>
              <a:rPr lang="en-US" sz="1050" dirty="0">
                <a:latin typeface="Plus Jakarta Sans"/>
                <a:ea typeface="+mn-lt"/>
                <a:cs typeface="+mn-lt"/>
              </a:rPr>
              <a:t> </a:t>
            </a:r>
            <a:r>
              <a:rPr lang="en-US" sz="1050" dirty="0" err="1">
                <a:latin typeface="Plus Jakarta Sans"/>
                <a:ea typeface="+mn-lt"/>
                <a:cs typeface="+mn-lt"/>
              </a:rPr>
              <a:t>una</a:t>
            </a:r>
            <a:r>
              <a:rPr lang="en-US" sz="1050" dirty="0">
                <a:latin typeface="Plus Jakarta Sans"/>
                <a:ea typeface="+mn-lt"/>
                <a:cs typeface="+mn-lt"/>
              </a:rPr>
              <a:t> </a:t>
            </a:r>
            <a:r>
              <a:rPr lang="en-US" sz="1050" dirty="0" err="1">
                <a:latin typeface="Plus Jakarta Sans"/>
                <a:ea typeface="+mn-lt"/>
                <a:cs typeface="+mn-lt"/>
              </a:rPr>
              <a:t>estructura</a:t>
            </a:r>
            <a:r>
              <a:rPr lang="en-US" sz="1050" dirty="0">
                <a:latin typeface="Plus Jakarta Sans"/>
                <a:ea typeface="+mn-lt"/>
                <a:cs typeface="+mn-lt"/>
              </a:rPr>
              <a:t> </a:t>
            </a:r>
            <a:r>
              <a:rPr lang="en-US" sz="1050" dirty="0" err="1">
                <a:latin typeface="Plus Jakarta Sans"/>
                <a:ea typeface="+mn-lt"/>
                <a:cs typeface="+mn-lt"/>
              </a:rPr>
              <a:t>arquitectónica</a:t>
            </a:r>
            <a:r>
              <a:rPr lang="en-US" sz="1050" dirty="0">
                <a:latin typeface="Plus Jakarta Sans"/>
                <a:ea typeface="+mn-lt"/>
                <a:cs typeface="+mn-lt"/>
              </a:rPr>
              <a:t> </a:t>
            </a:r>
            <a:r>
              <a:rPr lang="en-US" sz="1050" dirty="0" err="1">
                <a:latin typeface="Plus Jakarta Sans"/>
                <a:ea typeface="+mn-lt"/>
                <a:cs typeface="+mn-lt"/>
              </a:rPr>
              <a:t>clásica</a:t>
            </a:r>
            <a:r>
              <a:rPr lang="en-US" sz="1050" dirty="0">
                <a:latin typeface="Plus Jakarta Sans"/>
                <a:ea typeface="+mn-lt"/>
                <a:cs typeface="+mn-lt"/>
              </a:rPr>
              <a:t> </a:t>
            </a:r>
            <a:r>
              <a:rPr lang="en-US" sz="1050" dirty="0" err="1">
                <a:latin typeface="Plus Jakarta Sans"/>
                <a:ea typeface="+mn-lt"/>
                <a:cs typeface="+mn-lt"/>
              </a:rPr>
              <a:t>romana</a:t>
            </a:r>
            <a:r>
              <a:rPr lang="en-US" sz="1050" b="0" i="0" u="none" dirty="0">
                <a:latin typeface="Plus Jakarta Sans"/>
                <a:ea typeface="+mn-lt"/>
                <a:cs typeface="+mn-lt"/>
              </a:rPr>
              <a:t>.</a:t>
            </a:r>
            <a:endParaRPr lang="en-US" dirty="0">
              <a:latin typeface="Plus Jakarta Sans"/>
              <a:ea typeface="+mn-lt"/>
              <a:cs typeface="+mn-lt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7D2FE9D-A3C3-617B-8D20-8F801A2FC086}"/>
              </a:ext>
            </a:extLst>
          </p:cNvPr>
          <p:cNvSpPr txBox="1"/>
          <p:nvPr/>
        </p:nvSpPr>
        <p:spPr>
          <a:xfrm>
            <a:off x="8302525" y="8309669"/>
            <a:ext cx="3173834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11215"/>
                </a:solidFill>
                <a:latin typeface="Cormorant Garamond SemiBold"/>
              </a:rPr>
              <a:t>Body &amp; Technical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7D25C29-7E45-3EAD-A601-D54DCD179651}"/>
              </a:ext>
            </a:extLst>
          </p:cNvPr>
          <p:cNvSpPr txBox="1"/>
          <p:nvPr/>
        </p:nvSpPr>
        <p:spPr>
          <a:xfrm>
            <a:off x="8302525" y="8728769"/>
            <a:ext cx="3022699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111215"/>
                </a:solidFill>
                <a:latin typeface="Plus Jakarta Sans SemiBold"/>
              </a:rPr>
              <a:t>Plus Jakarta Sans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7B08AEB-82E7-19D8-706F-E3C27CD1EDF5}"/>
              </a:ext>
            </a:extLst>
          </p:cNvPr>
          <p:cNvSpPr txBox="1"/>
          <p:nvPr/>
        </p:nvSpPr>
        <p:spPr>
          <a:xfrm>
            <a:off x="8302525" y="9115425"/>
            <a:ext cx="3022699" cy="6398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679"/>
              </a:lnSpc>
            </a:pPr>
            <a:r>
              <a:rPr lang="en-US" sz="1050" dirty="0" err="1">
                <a:solidFill>
                  <a:srgbClr val="515154"/>
                </a:solidFill>
                <a:latin typeface="Plus Jakarta Sans"/>
                <a:ea typeface="+mn-lt"/>
                <a:cs typeface="+mn-lt"/>
              </a:rPr>
              <a:t>Proporciona</a:t>
            </a:r>
            <a:r>
              <a:rPr lang="en-US" sz="1050" dirty="0">
                <a:solidFill>
                  <a:srgbClr val="515154"/>
                </a:solidFill>
                <a:latin typeface="Plus Jakarta Sans"/>
                <a:ea typeface="+mn-lt"/>
                <a:cs typeface="+mn-lt"/>
              </a:rPr>
              <a:t> </a:t>
            </a:r>
            <a:r>
              <a:rPr lang="en-US" sz="1050" dirty="0" err="1">
                <a:solidFill>
                  <a:srgbClr val="515154"/>
                </a:solidFill>
                <a:latin typeface="Plus Jakarta Sans"/>
                <a:ea typeface="+mn-lt"/>
                <a:cs typeface="+mn-lt"/>
              </a:rPr>
              <a:t>una</a:t>
            </a:r>
            <a:r>
              <a:rPr lang="en-US" sz="1050" dirty="0">
                <a:solidFill>
                  <a:srgbClr val="515154"/>
                </a:solidFill>
                <a:latin typeface="Plus Jakarta Sans"/>
                <a:ea typeface="+mn-lt"/>
                <a:cs typeface="+mn-lt"/>
              </a:rPr>
              <a:t> </a:t>
            </a:r>
            <a:r>
              <a:rPr lang="en-US" sz="1050" dirty="0" err="1">
                <a:solidFill>
                  <a:srgbClr val="515154"/>
                </a:solidFill>
                <a:latin typeface="Plus Jakarta Sans"/>
                <a:ea typeface="+mn-lt"/>
                <a:cs typeface="+mn-lt"/>
              </a:rPr>
              <a:t>legibilidad</a:t>
            </a:r>
            <a:r>
              <a:rPr lang="en-US" sz="1050" dirty="0">
                <a:solidFill>
                  <a:srgbClr val="515154"/>
                </a:solidFill>
                <a:latin typeface="Plus Jakarta Sans"/>
                <a:ea typeface="+mn-lt"/>
                <a:cs typeface="+mn-lt"/>
              </a:rPr>
              <a:t> </a:t>
            </a:r>
            <a:r>
              <a:rPr lang="en-US" sz="1050" dirty="0" err="1">
                <a:solidFill>
                  <a:srgbClr val="515154"/>
                </a:solidFill>
                <a:latin typeface="Plus Jakarta Sans"/>
                <a:ea typeface="+mn-lt"/>
                <a:cs typeface="+mn-lt"/>
              </a:rPr>
              <a:t>óptima</a:t>
            </a:r>
            <a:r>
              <a:rPr lang="en-US" sz="1050" dirty="0">
                <a:solidFill>
                  <a:srgbClr val="515154"/>
                </a:solidFill>
                <a:latin typeface="Plus Jakarta Sans"/>
                <a:ea typeface="+mn-lt"/>
                <a:cs typeface="+mn-lt"/>
              </a:rPr>
              <a:t> para </a:t>
            </a:r>
            <a:r>
              <a:rPr lang="en-US" sz="1050" dirty="0" err="1">
                <a:solidFill>
                  <a:srgbClr val="515154"/>
                </a:solidFill>
                <a:latin typeface="Plus Jakarta Sans"/>
                <a:ea typeface="+mn-lt"/>
                <a:cs typeface="+mn-lt"/>
              </a:rPr>
              <a:t>descripciones</a:t>
            </a:r>
            <a:r>
              <a:rPr lang="en-US" sz="1050" dirty="0">
                <a:solidFill>
                  <a:srgbClr val="515154"/>
                </a:solidFill>
                <a:latin typeface="Plus Jakarta Sans"/>
                <a:ea typeface="+mn-lt"/>
                <a:cs typeface="+mn-lt"/>
              </a:rPr>
              <a:t> </a:t>
            </a:r>
            <a:r>
              <a:rPr lang="en-US" sz="1050" dirty="0" err="1">
                <a:solidFill>
                  <a:srgbClr val="515154"/>
                </a:solidFill>
                <a:latin typeface="Plus Jakarta Sans"/>
                <a:ea typeface="+mn-lt"/>
                <a:cs typeface="+mn-lt"/>
              </a:rPr>
              <a:t>técnicas</a:t>
            </a:r>
            <a:r>
              <a:rPr lang="en-US" sz="1050" b="0" i="0" u="none" dirty="0">
                <a:solidFill>
                  <a:srgbClr val="515154"/>
                </a:solidFill>
                <a:latin typeface="Plus Jakarta Sans"/>
                <a:ea typeface="+mn-lt"/>
                <a:cs typeface="+mn-lt"/>
              </a:rPr>
              <a:t>, </a:t>
            </a:r>
            <a:r>
              <a:rPr lang="en-US" sz="1050" dirty="0" err="1">
                <a:solidFill>
                  <a:srgbClr val="515154"/>
                </a:solidFill>
                <a:latin typeface="Plus Jakarta Sans"/>
                <a:ea typeface="+mn-lt"/>
                <a:cs typeface="+mn-lt"/>
              </a:rPr>
              <a:t>notas</a:t>
            </a:r>
            <a:r>
              <a:rPr lang="en-US" sz="1050" dirty="0">
                <a:solidFill>
                  <a:srgbClr val="515154"/>
                </a:solidFill>
                <a:latin typeface="Plus Jakarta Sans"/>
                <a:ea typeface="+mn-lt"/>
                <a:cs typeface="+mn-lt"/>
              </a:rPr>
              <a:t> al pie y </a:t>
            </a:r>
            <a:r>
              <a:rPr lang="en-US" sz="1050" dirty="0" err="1">
                <a:solidFill>
                  <a:srgbClr val="515154"/>
                </a:solidFill>
                <a:latin typeface="Plus Jakarta Sans"/>
                <a:ea typeface="+mn-lt"/>
                <a:cs typeface="+mn-lt"/>
              </a:rPr>
              <a:t>especificaciones</a:t>
            </a:r>
            <a:r>
              <a:rPr lang="en-US" sz="1050" dirty="0">
                <a:solidFill>
                  <a:srgbClr val="515154"/>
                </a:solidFill>
                <a:latin typeface="Plus Jakarta Sans"/>
                <a:ea typeface="+mn-lt"/>
                <a:cs typeface="+mn-lt"/>
              </a:rPr>
              <a:t> </a:t>
            </a:r>
            <a:r>
              <a:rPr lang="en-US" sz="1050" dirty="0" err="1">
                <a:solidFill>
                  <a:srgbClr val="515154"/>
                </a:solidFill>
                <a:latin typeface="Plus Jakarta Sans"/>
                <a:ea typeface="+mn-lt"/>
                <a:cs typeface="+mn-lt"/>
              </a:rPr>
              <a:t>modernas</a:t>
            </a:r>
            <a:r>
              <a:rPr lang="en-US" sz="1050" dirty="0">
                <a:solidFill>
                  <a:srgbClr val="515154"/>
                </a:solidFill>
                <a:latin typeface="Plus Jakarta Sans"/>
                <a:ea typeface="+mn-lt"/>
                <a:cs typeface="+mn-lt"/>
              </a:rPr>
              <a:t> de </a:t>
            </a:r>
            <a:r>
              <a:rPr lang="en-US" sz="1050" dirty="0" err="1">
                <a:solidFill>
                  <a:srgbClr val="515154"/>
                </a:solidFill>
                <a:latin typeface="Plus Jakarta Sans"/>
                <a:ea typeface="+mn-lt"/>
                <a:cs typeface="+mn-lt"/>
              </a:rPr>
              <a:t>los</a:t>
            </a:r>
            <a:r>
              <a:rPr lang="en-US" sz="1050" dirty="0">
                <a:solidFill>
                  <a:srgbClr val="515154"/>
                </a:solidFill>
                <a:latin typeface="Plus Jakarta Sans"/>
                <a:ea typeface="+mn-lt"/>
                <a:cs typeface="+mn-lt"/>
              </a:rPr>
              <a:t> </a:t>
            </a:r>
            <a:r>
              <a:rPr lang="en-US" sz="1050" dirty="0" err="1">
                <a:solidFill>
                  <a:srgbClr val="515154"/>
                </a:solidFill>
                <a:latin typeface="Plus Jakarta Sans"/>
                <a:ea typeface="+mn-lt"/>
                <a:cs typeface="+mn-lt"/>
              </a:rPr>
              <a:t>productos</a:t>
            </a:r>
            <a:r>
              <a:rPr lang="en-US" sz="1050" b="0" i="0" u="none" dirty="0">
                <a:solidFill>
                  <a:srgbClr val="515154"/>
                </a:solidFill>
                <a:latin typeface="Plus Jakarta Sans"/>
                <a:ea typeface="+mn-lt"/>
                <a:cs typeface="+mn-lt"/>
              </a:rPr>
              <a:t>.</a:t>
            </a:r>
            <a:endParaRPr lang="en-US" dirty="0">
              <a:latin typeface="Plus Jakarta Sans"/>
              <a:ea typeface="+mn-lt"/>
              <a:cs typeface="+mn-lt"/>
            </a:endParaRPr>
          </a:p>
        </p:txBody>
      </p:sp>
      <p:pic>
        <p:nvPicPr>
          <p:cNvPr id="42" name="Picture 41" descr="image.png">
            <a:extLst>
              <a:ext uri="{FF2B5EF4-FFF2-40B4-BE49-F238E27FC236}">
                <a16:creationId xmlns:a16="http://schemas.microsoft.com/office/drawing/2014/main" id="{05E30483-FD15-59E3-2F0E-ACB0B754B25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0575" y="7881044"/>
            <a:ext cx="238125" cy="266700"/>
          </a:xfrm>
          <a:prstGeom prst="rect">
            <a:avLst/>
          </a:prstGeom>
        </p:spPr>
      </p:pic>
      <p:pic>
        <p:nvPicPr>
          <p:cNvPr id="44" name="Picture 43" descr="image.png">
            <a:extLst>
              <a:ext uri="{FF2B5EF4-FFF2-40B4-BE49-F238E27FC236}">
                <a16:creationId xmlns:a16="http://schemas.microsoft.com/office/drawing/2014/main" id="{56C66FA0-05E3-903E-6F42-005070467C7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32250" y="-3034606"/>
            <a:ext cx="238125" cy="266700"/>
          </a:xfrm>
          <a:prstGeom prst="rect">
            <a:avLst/>
          </a:prstGeom>
        </p:spPr>
      </p:pic>
      <p:pic>
        <p:nvPicPr>
          <p:cNvPr id="46" name="Picture 45" descr="image.png">
            <a:extLst>
              <a:ext uri="{FF2B5EF4-FFF2-40B4-BE49-F238E27FC236}">
                <a16:creationId xmlns:a16="http://schemas.microsoft.com/office/drawing/2014/main" id="{8A74EB7B-9F6B-B47D-4D94-A59069DCC6D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02525" y="7881044"/>
            <a:ext cx="238125" cy="2667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 descr="A white and gold keyboard key&#10;&#10;AI-generated content may be incorrect.">
            <a:extLst>
              <a:ext uri="{FF2B5EF4-FFF2-40B4-BE49-F238E27FC236}">
                <a16:creationId xmlns:a16="http://schemas.microsoft.com/office/drawing/2014/main" id="{BB2ABC2C-918D-08BE-4E30-03CB7DCF9C0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869" t="1634" r="21869" b="1634"/>
          <a:stretch>
            <a:fillRect/>
          </a:stretch>
        </p:blipFill>
        <p:spPr>
          <a:xfrm>
            <a:off x="-63846612" y="-13977095"/>
            <a:ext cx="88494214" cy="86826511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432744"/>
            <a:ext cx="3517850" cy="257338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7000" y="2432744"/>
            <a:ext cx="3517850" cy="257338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975" y="2432744"/>
            <a:ext cx="3517999" cy="2573387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6124575"/>
            <a:ext cx="11029950" cy="2476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81025" y="6248400"/>
            <a:ext cx="1571625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6E6E73"/>
                </a:solidFill>
                <a:latin typeface="Plus Jakarta Sans"/>
              </a:rPr>
              <a:t>BRAND DESIGN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49000" y="6248400"/>
            <a:ext cx="561975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6E6E73"/>
                </a:solidFill>
                <a:latin typeface="Plus Jakarta Sans"/>
              </a:rPr>
              <a:t>PAGE 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8675" y="3204269"/>
            <a:ext cx="3173677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dirty="0" err="1">
                <a:solidFill>
                  <a:srgbClr val="111215"/>
                </a:solidFill>
                <a:latin typeface="Cormorant Garamond SemiBold"/>
              </a:rPr>
              <a:t>Pantalla</a:t>
            </a:r>
            <a:r>
              <a:rPr lang="en-US" dirty="0">
                <a:solidFill>
                  <a:srgbClr val="111215"/>
                </a:solidFill>
                <a:latin typeface="Cormorant Garamond SemiBold"/>
              </a:rPr>
              <a:t> Principal</a:t>
            </a:r>
            <a:endParaRPr lang="en-US" sz="1800" b="0" i="0" u="none" dirty="0">
              <a:solidFill>
                <a:srgbClr val="111215"/>
              </a:solidFill>
              <a:latin typeface="Cormorant Garamond SemiBold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28675" y="3623369"/>
            <a:ext cx="302255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111215"/>
                </a:solidFill>
                <a:latin typeface="Cormorant Garamond"/>
              </a:rPr>
              <a:t>Cormorant Garamond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8675" y="4071044"/>
            <a:ext cx="3022550" cy="6398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679"/>
              </a:lnSpc>
            </a:pPr>
            <a:r>
              <a:rPr lang="en-US" sz="1050" dirty="0" err="1">
                <a:solidFill>
                  <a:srgbClr val="515154"/>
                </a:solidFill>
                <a:latin typeface="Plus Jakarta Sans"/>
                <a:ea typeface="+mn-lt"/>
                <a:cs typeface="+mn-lt"/>
              </a:rPr>
              <a:t>Utilizada</a:t>
            </a:r>
            <a:r>
              <a:rPr lang="en-US" sz="1050" dirty="0">
                <a:solidFill>
                  <a:srgbClr val="515154"/>
                </a:solidFill>
                <a:latin typeface="Plus Jakarta Sans"/>
                <a:ea typeface="+mn-lt"/>
                <a:cs typeface="+mn-lt"/>
              </a:rPr>
              <a:t> para </a:t>
            </a:r>
            <a:r>
              <a:rPr lang="en-US" sz="1050" dirty="0" err="1">
                <a:solidFill>
                  <a:srgbClr val="515154"/>
                </a:solidFill>
                <a:latin typeface="Plus Jakarta Sans"/>
                <a:ea typeface="+mn-lt"/>
                <a:cs typeface="+mn-lt"/>
              </a:rPr>
              <a:t>títulos</a:t>
            </a:r>
            <a:r>
              <a:rPr lang="en-US" sz="1050" b="0" i="0" u="none" dirty="0">
                <a:solidFill>
                  <a:srgbClr val="515154"/>
                </a:solidFill>
                <a:latin typeface="Plus Jakarta Sans"/>
                <a:ea typeface="+mn-lt"/>
                <a:cs typeface="+mn-lt"/>
              </a:rPr>
              <a:t>, </a:t>
            </a:r>
            <a:r>
              <a:rPr lang="en-US" sz="1050" dirty="0" err="1">
                <a:solidFill>
                  <a:srgbClr val="515154"/>
                </a:solidFill>
                <a:latin typeface="Plus Jakarta Sans"/>
                <a:ea typeface="+mn-lt"/>
                <a:cs typeface="+mn-lt"/>
              </a:rPr>
              <a:t>declaraciones</a:t>
            </a:r>
            <a:r>
              <a:rPr lang="en-US" sz="1050" dirty="0">
                <a:solidFill>
                  <a:srgbClr val="515154"/>
                </a:solidFill>
                <a:latin typeface="Plus Jakarta Sans"/>
                <a:ea typeface="+mn-lt"/>
                <a:cs typeface="+mn-lt"/>
              </a:rPr>
              <a:t> de </a:t>
            </a:r>
            <a:r>
              <a:rPr lang="en-US" sz="1050" dirty="0" err="1">
                <a:solidFill>
                  <a:srgbClr val="515154"/>
                </a:solidFill>
                <a:latin typeface="Plus Jakarta Sans"/>
                <a:ea typeface="+mn-lt"/>
                <a:cs typeface="+mn-lt"/>
              </a:rPr>
              <a:t>marca</a:t>
            </a:r>
            <a:r>
              <a:rPr lang="en-US" sz="1050" dirty="0">
                <a:solidFill>
                  <a:srgbClr val="515154"/>
                </a:solidFill>
                <a:latin typeface="Plus Jakarta Sans"/>
                <a:ea typeface="+mn-lt"/>
                <a:cs typeface="+mn-lt"/>
              </a:rPr>
              <a:t> y </a:t>
            </a:r>
            <a:r>
              <a:rPr lang="en-US" sz="1050" dirty="0" err="1">
                <a:solidFill>
                  <a:srgbClr val="515154"/>
                </a:solidFill>
                <a:latin typeface="Plus Jakarta Sans"/>
                <a:ea typeface="+mn-lt"/>
                <a:cs typeface="+mn-lt"/>
              </a:rPr>
              <a:t>cifras</a:t>
            </a:r>
            <a:r>
              <a:rPr lang="en-US" sz="1050" dirty="0">
                <a:solidFill>
                  <a:srgbClr val="515154"/>
                </a:solidFill>
                <a:latin typeface="Plus Jakarta Sans"/>
                <a:ea typeface="+mn-lt"/>
                <a:cs typeface="+mn-lt"/>
              </a:rPr>
              <a:t> </a:t>
            </a:r>
            <a:r>
              <a:rPr lang="en-US" sz="1050" dirty="0" err="1">
                <a:solidFill>
                  <a:srgbClr val="515154"/>
                </a:solidFill>
                <a:latin typeface="Plus Jakarta Sans"/>
                <a:ea typeface="+mn-lt"/>
                <a:cs typeface="+mn-lt"/>
              </a:rPr>
              <a:t>destacadas</a:t>
            </a:r>
            <a:r>
              <a:rPr lang="en-US" sz="1050" b="0" i="0" u="none" dirty="0">
                <a:solidFill>
                  <a:srgbClr val="515154"/>
                </a:solidFill>
                <a:latin typeface="Plus Jakarta Sans"/>
                <a:ea typeface="+mn-lt"/>
                <a:cs typeface="+mn-lt"/>
              </a:rPr>
              <a:t>. </a:t>
            </a:r>
            <a:r>
              <a:rPr lang="en-US" sz="1050" dirty="0" err="1">
                <a:solidFill>
                  <a:srgbClr val="515154"/>
                </a:solidFill>
                <a:latin typeface="Plus Jakarta Sans"/>
                <a:ea typeface="+mn-lt"/>
                <a:cs typeface="+mn-lt"/>
              </a:rPr>
              <a:t>Transmite</a:t>
            </a:r>
            <a:r>
              <a:rPr lang="en-US" sz="1050" dirty="0">
                <a:solidFill>
                  <a:srgbClr val="515154"/>
                </a:solidFill>
                <a:latin typeface="Plus Jakarta Sans"/>
                <a:ea typeface="+mn-lt"/>
                <a:cs typeface="+mn-lt"/>
              </a:rPr>
              <a:t> </a:t>
            </a:r>
            <a:r>
              <a:rPr lang="en-US" sz="1050" dirty="0" err="1">
                <a:solidFill>
                  <a:srgbClr val="515154"/>
                </a:solidFill>
                <a:latin typeface="Plus Jakarta Sans"/>
                <a:ea typeface="+mn-lt"/>
                <a:cs typeface="+mn-lt"/>
              </a:rPr>
              <a:t>calidez</a:t>
            </a:r>
            <a:r>
              <a:rPr lang="en-US" sz="1050" b="0" i="0" u="none" dirty="0">
                <a:solidFill>
                  <a:srgbClr val="515154"/>
                </a:solidFill>
                <a:latin typeface="Plus Jakarta Sans"/>
                <a:ea typeface="+mn-lt"/>
                <a:cs typeface="+mn-lt"/>
              </a:rPr>
              <a:t>, </a:t>
            </a:r>
            <a:r>
              <a:rPr lang="en-US" sz="1050" dirty="0" err="1">
                <a:solidFill>
                  <a:srgbClr val="515154"/>
                </a:solidFill>
                <a:latin typeface="Plus Jakarta Sans"/>
                <a:ea typeface="+mn-lt"/>
                <a:cs typeface="+mn-lt"/>
              </a:rPr>
              <a:t>herencia</a:t>
            </a:r>
            <a:r>
              <a:rPr lang="en-US" sz="1050" dirty="0">
                <a:solidFill>
                  <a:srgbClr val="515154"/>
                </a:solidFill>
                <a:latin typeface="Plus Jakarta Sans"/>
                <a:ea typeface="+mn-lt"/>
                <a:cs typeface="+mn-lt"/>
              </a:rPr>
              <a:t> y </a:t>
            </a:r>
            <a:r>
              <a:rPr lang="en-US" sz="1050" dirty="0" err="1">
                <a:solidFill>
                  <a:srgbClr val="515154"/>
                </a:solidFill>
                <a:latin typeface="Plus Jakarta Sans"/>
                <a:ea typeface="+mn-lt"/>
                <a:cs typeface="+mn-lt"/>
              </a:rPr>
              <a:t>una</a:t>
            </a:r>
            <a:r>
              <a:rPr lang="en-US" sz="1050" dirty="0">
                <a:solidFill>
                  <a:srgbClr val="515154"/>
                </a:solidFill>
                <a:latin typeface="Plus Jakarta Sans"/>
                <a:ea typeface="+mn-lt"/>
                <a:cs typeface="+mn-lt"/>
              </a:rPr>
              <a:t> </a:t>
            </a:r>
            <a:r>
              <a:rPr lang="en-US" sz="1050" dirty="0" err="1">
                <a:solidFill>
                  <a:srgbClr val="515154"/>
                </a:solidFill>
                <a:latin typeface="Plus Jakarta Sans"/>
                <a:ea typeface="+mn-lt"/>
                <a:cs typeface="+mn-lt"/>
              </a:rPr>
              <a:t>elegancia</a:t>
            </a:r>
            <a:r>
              <a:rPr lang="en-US" sz="1050" dirty="0">
                <a:solidFill>
                  <a:srgbClr val="515154"/>
                </a:solidFill>
                <a:latin typeface="Plus Jakarta Sans"/>
                <a:ea typeface="+mn-lt"/>
                <a:cs typeface="+mn-lt"/>
              </a:rPr>
              <a:t> de alto </a:t>
            </a:r>
            <a:r>
              <a:rPr lang="en-US" sz="1050" dirty="0" err="1">
                <a:solidFill>
                  <a:srgbClr val="515154"/>
                </a:solidFill>
                <a:latin typeface="Plus Jakarta Sans"/>
                <a:ea typeface="+mn-lt"/>
                <a:cs typeface="+mn-lt"/>
              </a:rPr>
              <a:t>lujo</a:t>
            </a:r>
            <a:r>
              <a:rPr lang="en-US" sz="1050" b="0" i="0" u="none" dirty="0">
                <a:solidFill>
                  <a:srgbClr val="515154"/>
                </a:solidFill>
                <a:latin typeface="Plus Jakarta Sans"/>
                <a:ea typeface="+mn-lt"/>
                <a:cs typeface="+mn-lt"/>
              </a:rPr>
              <a:t>.</a:t>
            </a:r>
            <a:endParaRPr lang="en-US">
              <a:latin typeface="Plus Jakarta Sans"/>
              <a:ea typeface="+mn-lt"/>
              <a:cs typeface="+mn-lt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584650" y="3204269"/>
            <a:ext cx="3173677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500" dirty="0" err="1">
                <a:solidFill>
                  <a:srgbClr val="111215"/>
                </a:solidFill>
                <a:latin typeface="Cormorant Garamond SemiBold"/>
              </a:rPr>
              <a:t>Titulos</a:t>
            </a:r>
            <a:r>
              <a:rPr lang="en-US" sz="1500" dirty="0">
                <a:solidFill>
                  <a:srgbClr val="111215"/>
                </a:solidFill>
                <a:latin typeface="Cormorant Garamond SemiBold"/>
              </a:rPr>
              <a:t> </a:t>
            </a:r>
            <a:r>
              <a:rPr lang="en-US" sz="1500" dirty="0" err="1">
                <a:solidFill>
                  <a:srgbClr val="111215"/>
                </a:solidFill>
                <a:latin typeface="Cormorant Garamond SemiBold"/>
              </a:rPr>
              <a:t>Secundarios</a:t>
            </a:r>
            <a:endParaRPr lang="en-US" sz="1500" b="0" i="0" u="none" dirty="0">
              <a:solidFill>
                <a:srgbClr val="111215"/>
              </a:solidFill>
              <a:latin typeface="Cormorant Garamond SemiBold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84650" y="3604319"/>
            <a:ext cx="3022550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111215"/>
                </a:solidFill>
                <a:latin typeface="Cinzel SemiBold"/>
              </a:rPr>
              <a:t>Cinzel Serif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4650" y="3990975"/>
            <a:ext cx="3022550" cy="6398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679"/>
              </a:lnSpc>
            </a:pPr>
            <a:r>
              <a:rPr lang="en-US" sz="1050" dirty="0" err="1">
                <a:latin typeface="Plus Jakarta Sans"/>
                <a:ea typeface="+mn-lt"/>
                <a:cs typeface="+mn-lt"/>
              </a:rPr>
              <a:t>Utilizada</a:t>
            </a:r>
            <a:r>
              <a:rPr lang="en-US" sz="1050" dirty="0">
                <a:latin typeface="Plus Jakarta Sans"/>
                <a:ea typeface="+mn-lt"/>
                <a:cs typeface="+mn-lt"/>
              </a:rPr>
              <a:t> para </a:t>
            </a:r>
            <a:r>
              <a:rPr lang="en-US" sz="1050" dirty="0" err="1">
                <a:latin typeface="Plus Jakarta Sans"/>
                <a:ea typeface="+mn-lt"/>
                <a:cs typeface="+mn-lt"/>
              </a:rPr>
              <a:t>subtítulos</a:t>
            </a:r>
            <a:r>
              <a:rPr lang="en-US" sz="1050" b="0" i="0" u="none" dirty="0">
                <a:latin typeface="Plus Jakarta Sans"/>
                <a:ea typeface="+mn-lt"/>
                <a:cs typeface="+mn-lt"/>
              </a:rPr>
              <a:t>, </a:t>
            </a:r>
            <a:r>
              <a:rPr lang="en-US" sz="1050" dirty="0" err="1">
                <a:latin typeface="Plus Jakarta Sans"/>
                <a:ea typeface="+mn-lt"/>
                <a:cs typeface="+mn-lt"/>
              </a:rPr>
              <a:t>indicadores</a:t>
            </a:r>
            <a:r>
              <a:rPr lang="en-US" sz="1050" dirty="0">
                <a:latin typeface="Plus Jakarta Sans"/>
                <a:ea typeface="+mn-lt"/>
                <a:cs typeface="+mn-lt"/>
              </a:rPr>
              <a:t> de </a:t>
            </a:r>
            <a:r>
              <a:rPr lang="en-US" sz="1050" dirty="0" err="1">
                <a:latin typeface="Plus Jakarta Sans"/>
                <a:ea typeface="+mn-lt"/>
                <a:cs typeface="+mn-lt"/>
              </a:rPr>
              <a:t>capítulo</a:t>
            </a:r>
            <a:r>
              <a:rPr lang="en-US" sz="1050" dirty="0">
                <a:latin typeface="Plus Jakarta Sans"/>
                <a:ea typeface="+mn-lt"/>
                <a:cs typeface="+mn-lt"/>
              </a:rPr>
              <a:t> y </a:t>
            </a:r>
            <a:r>
              <a:rPr lang="en-US" sz="1050" dirty="0" err="1">
                <a:latin typeface="Plus Jakarta Sans"/>
                <a:ea typeface="+mn-lt"/>
                <a:cs typeface="+mn-lt"/>
              </a:rPr>
              <a:t>etiquetas</a:t>
            </a:r>
            <a:r>
              <a:rPr lang="en-US" sz="1050" dirty="0">
                <a:latin typeface="Plus Jakarta Sans"/>
                <a:ea typeface="+mn-lt"/>
                <a:cs typeface="+mn-lt"/>
              </a:rPr>
              <a:t> </a:t>
            </a:r>
            <a:r>
              <a:rPr lang="en-US" sz="1050" dirty="0" err="1">
                <a:latin typeface="Plus Jakarta Sans"/>
                <a:ea typeface="+mn-lt"/>
                <a:cs typeface="+mn-lt"/>
              </a:rPr>
              <a:t>técnicas</a:t>
            </a:r>
            <a:r>
              <a:rPr lang="en-US" sz="1050" dirty="0">
                <a:latin typeface="Plus Jakarta Sans"/>
                <a:ea typeface="+mn-lt"/>
                <a:cs typeface="+mn-lt"/>
              </a:rPr>
              <a:t> </a:t>
            </a:r>
            <a:r>
              <a:rPr lang="en-US" sz="1050" dirty="0" err="1">
                <a:latin typeface="Plus Jakarta Sans"/>
                <a:ea typeface="+mn-lt"/>
                <a:cs typeface="+mn-lt"/>
              </a:rPr>
              <a:t>que</a:t>
            </a:r>
            <a:r>
              <a:rPr lang="en-US" sz="1050" dirty="0">
                <a:latin typeface="Plus Jakarta Sans"/>
                <a:ea typeface="+mn-lt"/>
                <a:cs typeface="+mn-lt"/>
              </a:rPr>
              <a:t> </a:t>
            </a:r>
            <a:r>
              <a:rPr lang="en-US" sz="1050" dirty="0" err="1">
                <a:latin typeface="Plus Jakarta Sans"/>
                <a:ea typeface="+mn-lt"/>
                <a:cs typeface="+mn-lt"/>
              </a:rPr>
              <a:t>requieren</a:t>
            </a:r>
            <a:r>
              <a:rPr lang="en-US" sz="1050" dirty="0">
                <a:latin typeface="Plus Jakarta Sans"/>
                <a:ea typeface="+mn-lt"/>
                <a:cs typeface="+mn-lt"/>
              </a:rPr>
              <a:t> </a:t>
            </a:r>
            <a:r>
              <a:rPr lang="en-US" sz="1050" dirty="0" err="1">
                <a:latin typeface="Plus Jakarta Sans"/>
                <a:ea typeface="+mn-lt"/>
                <a:cs typeface="+mn-lt"/>
              </a:rPr>
              <a:t>una</a:t>
            </a:r>
            <a:r>
              <a:rPr lang="en-US" sz="1050" dirty="0">
                <a:latin typeface="Plus Jakarta Sans"/>
                <a:ea typeface="+mn-lt"/>
                <a:cs typeface="+mn-lt"/>
              </a:rPr>
              <a:t> </a:t>
            </a:r>
            <a:r>
              <a:rPr lang="en-US" sz="1050" dirty="0" err="1">
                <a:latin typeface="Plus Jakarta Sans"/>
                <a:ea typeface="+mn-lt"/>
                <a:cs typeface="+mn-lt"/>
              </a:rPr>
              <a:t>estructura</a:t>
            </a:r>
            <a:r>
              <a:rPr lang="en-US" sz="1050" dirty="0">
                <a:latin typeface="Plus Jakarta Sans"/>
                <a:ea typeface="+mn-lt"/>
                <a:cs typeface="+mn-lt"/>
              </a:rPr>
              <a:t> </a:t>
            </a:r>
            <a:r>
              <a:rPr lang="en-US" sz="1050" dirty="0" err="1">
                <a:latin typeface="Plus Jakarta Sans"/>
                <a:ea typeface="+mn-lt"/>
                <a:cs typeface="+mn-lt"/>
              </a:rPr>
              <a:t>arquitectónica</a:t>
            </a:r>
            <a:r>
              <a:rPr lang="en-US" sz="1050" dirty="0">
                <a:latin typeface="Plus Jakarta Sans"/>
                <a:ea typeface="+mn-lt"/>
                <a:cs typeface="+mn-lt"/>
              </a:rPr>
              <a:t> </a:t>
            </a:r>
            <a:r>
              <a:rPr lang="en-US" sz="1050" dirty="0" err="1">
                <a:latin typeface="Plus Jakarta Sans"/>
                <a:ea typeface="+mn-lt"/>
                <a:cs typeface="+mn-lt"/>
              </a:rPr>
              <a:t>clásica</a:t>
            </a:r>
            <a:r>
              <a:rPr lang="en-US" sz="1050" dirty="0">
                <a:latin typeface="Plus Jakarta Sans"/>
                <a:ea typeface="+mn-lt"/>
                <a:cs typeface="+mn-lt"/>
              </a:rPr>
              <a:t> </a:t>
            </a:r>
            <a:r>
              <a:rPr lang="en-US" sz="1050" dirty="0" err="1">
                <a:latin typeface="Plus Jakarta Sans"/>
                <a:ea typeface="+mn-lt"/>
                <a:cs typeface="+mn-lt"/>
              </a:rPr>
              <a:t>romana</a:t>
            </a:r>
            <a:r>
              <a:rPr lang="en-US" sz="1050" b="0" i="0" u="none" dirty="0">
                <a:latin typeface="Plus Jakarta Sans"/>
                <a:ea typeface="+mn-lt"/>
                <a:cs typeface="+mn-lt"/>
              </a:rPr>
              <a:t>.</a:t>
            </a:r>
            <a:endParaRPr lang="en-US" dirty="0">
              <a:latin typeface="Plus Jakarta Sans"/>
              <a:ea typeface="+mn-lt"/>
              <a:cs typeface="+mn-lt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340625" y="3204269"/>
            <a:ext cx="3173834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11215"/>
                </a:solidFill>
                <a:latin typeface="Cormorant Garamond SemiBold"/>
              </a:rPr>
              <a:t>Body &amp; Technical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40625" y="3623369"/>
            <a:ext cx="3022699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111215"/>
                </a:solidFill>
                <a:latin typeface="Plus Jakarta Sans SemiBold"/>
              </a:rPr>
              <a:t>Plus Jakarta Sans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40625" y="4010025"/>
            <a:ext cx="3022699" cy="6398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679"/>
              </a:lnSpc>
            </a:pPr>
            <a:r>
              <a:rPr lang="en-US" sz="1050" dirty="0" err="1">
                <a:solidFill>
                  <a:srgbClr val="515154"/>
                </a:solidFill>
                <a:latin typeface="Plus Jakarta Sans"/>
                <a:ea typeface="+mn-lt"/>
                <a:cs typeface="+mn-lt"/>
              </a:rPr>
              <a:t>Proporciona</a:t>
            </a:r>
            <a:r>
              <a:rPr lang="en-US" sz="1050" dirty="0">
                <a:solidFill>
                  <a:srgbClr val="515154"/>
                </a:solidFill>
                <a:latin typeface="Plus Jakarta Sans"/>
                <a:ea typeface="+mn-lt"/>
                <a:cs typeface="+mn-lt"/>
              </a:rPr>
              <a:t> </a:t>
            </a:r>
            <a:r>
              <a:rPr lang="en-US" sz="1050" dirty="0" err="1">
                <a:solidFill>
                  <a:srgbClr val="515154"/>
                </a:solidFill>
                <a:latin typeface="Plus Jakarta Sans"/>
                <a:ea typeface="+mn-lt"/>
                <a:cs typeface="+mn-lt"/>
              </a:rPr>
              <a:t>una</a:t>
            </a:r>
            <a:r>
              <a:rPr lang="en-US" sz="1050" dirty="0">
                <a:solidFill>
                  <a:srgbClr val="515154"/>
                </a:solidFill>
                <a:latin typeface="Plus Jakarta Sans"/>
                <a:ea typeface="+mn-lt"/>
                <a:cs typeface="+mn-lt"/>
              </a:rPr>
              <a:t> </a:t>
            </a:r>
            <a:r>
              <a:rPr lang="en-US" sz="1050" dirty="0" err="1">
                <a:solidFill>
                  <a:srgbClr val="515154"/>
                </a:solidFill>
                <a:latin typeface="Plus Jakarta Sans"/>
                <a:ea typeface="+mn-lt"/>
                <a:cs typeface="+mn-lt"/>
              </a:rPr>
              <a:t>legibilidad</a:t>
            </a:r>
            <a:r>
              <a:rPr lang="en-US" sz="1050" dirty="0">
                <a:solidFill>
                  <a:srgbClr val="515154"/>
                </a:solidFill>
                <a:latin typeface="Plus Jakarta Sans"/>
                <a:ea typeface="+mn-lt"/>
                <a:cs typeface="+mn-lt"/>
              </a:rPr>
              <a:t> </a:t>
            </a:r>
            <a:r>
              <a:rPr lang="en-US" sz="1050" dirty="0" err="1">
                <a:solidFill>
                  <a:srgbClr val="515154"/>
                </a:solidFill>
                <a:latin typeface="Plus Jakarta Sans"/>
                <a:ea typeface="+mn-lt"/>
                <a:cs typeface="+mn-lt"/>
              </a:rPr>
              <a:t>óptima</a:t>
            </a:r>
            <a:r>
              <a:rPr lang="en-US" sz="1050" dirty="0">
                <a:solidFill>
                  <a:srgbClr val="515154"/>
                </a:solidFill>
                <a:latin typeface="Plus Jakarta Sans"/>
                <a:ea typeface="+mn-lt"/>
                <a:cs typeface="+mn-lt"/>
              </a:rPr>
              <a:t> para </a:t>
            </a:r>
            <a:r>
              <a:rPr lang="en-US" sz="1050" dirty="0" err="1">
                <a:solidFill>
                  <a:srgbClr val="515154"/>
                </a:solidFill>
                <a:latin typeface="Plus Jakarta Sans"/>
                <a:ea typeface="+mn-lt"/>
                <a:cs typeface="+mn-lt"/>
              </a:rPr>
              <a:t>descripciones</a:t>
            </a:r>
            <a:r>
              <a:rPr lang="en-US" sz="1050" dirty="0">
                <a:solidFill>
                  <a:srgbClr val="515154"/>
                </a:solidFill>
                <a:latin typeface="Plus Jakarta Sans"/>
                <a:ea typeface="+mn-lt"/>
                <a:cs typeface="+mn-lt"/>
              </a:rPr>
              <a:t> </a:t>
            </a:r>
            <a:r>
              <a:rPr lang="en-US" sz="1050" dirty="0" err="1">
                <a:solidFill>
                  <a:srgbClr val="515154"/>
                </a:solidFill>
                <a:latin typeface="Plus Jakarta Sans"/>
                <a:ea typeface="+mn-lt"/>
                <a:cs typeface="+mn-lt"/>
              </a:rPr>
              <a:t>técnicas</a:t>
            </a:r>
            <a:r>
              <a:rPr lang="en-US" sz="1050" b="0" i="0" u="none" dirty="0">
                <a:solidFill>
                  <a:srgbClr val="515154"/>
                </a:solidFill>
                <a:latin typeface="Plus Jakarta Sans"/>
                <a:ea typeface="+mn-lt"/>
                <a:cs typeface="+mn-lt"/>
              </a:rPr>
              <a:t>, </a:t>
            </a:r>
            <a:r>
              <a:rPr lang="en-US" sz="1050" dirty="0" err="1">
                <a:solidFill>
                  <a:srgbClr val="515154"/>
                </a:solidFill>
                <a:latin typeface="Plus Jakarta Sans"/>
                <a:ea typeface="+mn-lt"/>
                <a:cs typeface="+mn-lt"/>
              </a:rPr>
              <a:t>notas</a:t>
            </a:r>
            <a:r>
              <a:rPr lang="en-US" sz="1050" dirty="0">
                <a:solidFill>
                  <a:srgbClr val="515154"/>
                </a:solidFill>
                <a:latin typeface="Plus Jakarta Sans"/>
                <a:ea typeface="+mn-lt"/>
                <a:cs typeface="+mn-lt"/>
              </a:rPr>
              <a:t> al pie y </a:t>
            </a:r>
            <a:r>
              <a:rPr lang="en-US" sz="1050" dirty="0" err="1">
                <a:solidFill>
                  <a:srgbClr val="515154"/>
                </a:solidFill>
                <a:latin typeface="Plus Jakarta Sans"/>
                <a:ea typeface="+mn-lt"/>
                <a:cs typeface="+mn-lt"/>
              </a:rPr>
              <a:t>especificaciones</a:t>
            </a:r>
            <a:r>
              <a:rPr lang="en-US" sz="1050" dirty="0">
                <a:solidFill>
                  <a:srgbClr val="515154"/>
                </a:solidFill>
                <a:latin typeface="Plus Jakarta Sans"/>
                <a:ea typeface="+mn-lt"/>
                <a:cs typeface="+mn-lt"/>
              </a:rPr>
              <a:t> </a:t>
            </a:r>
            <a:r>
              <a:rPr lang="en-US" sz="1050" dirty="0" err="1">
                <a:solidFill>
                  <a:srgbClr val="515154"/>
                </a:solidFill>
                <a:latin typeface="Plus Jakarta Sans"/>
                <a:ea typeface="+mn-lt"/>
                <a:cs typeface="+mn-lt"/>
              </a:rPr>
              <a:t>modernas</a:t>
            </a:r>
            <a:r>
              <a:rPr lang="en-US" sz="1050" dirty="0">
                <a:solidFill>
                  <a:srgbClr val="515154"/>
                </a:solidFill>
                <a:latin typeface="Plus Jakarta Sans"/>
                <a:ea typeface="+mn-lt"/>
                <a:cs typeface="+mn-lt"/>
              </a:rPr>
              <a:t> de </a:t>
            </a:r>
            <a:r>
              <a:rPr lang="en-US" sz="1050" dirty="0" err="1">
                <a:solidFill>
                  <a:srgbClr val="515154"/>
                </a:solidFill>
                <a:latin typeface="Plus Jakarta Sans"/>
                <a:ea typeface="+mn-lt"/>
                <a:cs typeface="+mn-lt"/>
              </a:rPr>
              <a:t>los</a:t>
            </a:r>
            <a:r>
              <a:rPr lang="en-US" sz="1050" dirty="0">
                <a:solidFill>
                  <a:srgbClr val="515154"/>
                </a:solidFill>
                <a:latin typeface="Plus Jakarta Sans"/>
                <a:ea typeface="+mn-lt"/>
                <a:cs typeface="+mn-lt"/>
              </a:rPr>
              <a:t> </a:t>
            </a:r>
            <a:r>
              <a:rPr lang="en-US" sz="1050" dirty="0" err="1">
                <a:solidFill>
                  <a:srgbClr val="515154"/>
                </a:solidFill>
                <a:latin typeface="Plus Jakarta Sans"/>
                <a:ea typeface="+mn-lt"/>
                <a:cs typeface="+mn-lt"/>
              </a:rPr>
              <a:t>productos</a:t>
            </a:r>
            <a:r>
              <a:rPr lang="en-US" sz="1050" b="0" i="0" u="none" dirty="0">
                <a:solidFill>
                  <a:srgbClr val="515154"/>
                </a:solidFill>
                <a:latin typeface="Plus Jakarta Sans"/>
                <a:ea typeface="+mn-lt"/>
                <a:cs typeface="+mn-lt"/>
              </a:rPr>
              <a:t>.</a:t>
            </a:r>
            <a:endParaRPr lang="en-US" dirty="0">
              <a:latin typeface="Plus Jakarta Sans"/>
              <a:ea typeface="+mn-lt"/>
              <a:cs typeface="+mn-lt"/>
            </a:endParaRP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8675" y="2775644"/>
            <a:ext cx="238125" cy="2667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650" y="2775644"/>
            <a:ext cx="238125" cy="2667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40625" y="2775644"/>
            <a:ext cx="238125" cy="2667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81025" y="485775"/>
            <a:ext cx="11029950" cy="1333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25" b="0" i="0" u="none">
                <a:solidFill>
                  <a:srgbClr val="8C6D2D"/>
                </a:solidFill>
                <a:latin typeface="Plus Jakarta Sans Medium"/>
              </a:rPr>
              <a:t>BRAND IDENTITY TYPOGRAPHY SYSTEM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1025" y="723900"/>
            <a:ext cx="11029950" cy="9525"/>
          </a:xfrm>
          <a:prstGeom prst="rect">
            <a:avLst/>
          </a:prstGeom>
          <a:solidFill>
            <a:srgbClr val="8C6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81025" y="733425"/>
            <a:ext cx="11581447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2850" dirty="0" err="1">
                <a:solidFill>
                  <a:srgbClr val="111215"/>
                </a:solidFill>
                <a:latin typeface="Cormorant Garamond SemiBold"/>
                <a:ea typeface="+mn-lt"/>
                <a:cs typeface="+mn-lt"/>
              </a:rPr>
              <a:t>Tipografía</a:t>
            </a:r>
            <a:endParaRPr lang="en-US" dirty="0" err="1">
              <a:latin typeface="Cormorant Garamond SemiBold"/>
              <a:ea typeface="+mn-lt"/>
              <a:cs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2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025" y="6124575"/>
            <a:ext cx="11029950" cy="2476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81025" y="6248400"/>
            <a:ext cx="1485900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8E8E93"/>
                </a:solidFill>
                <a:latin typeface="Plus Jakarta Sans"/>
              </a:rPr>
              <a:t>PRODUCT PORTFOLIO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39475" y="6248400"/>
            <a:ext cx="571500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8E8E93"/>
                </a:solidFill>
                <a:latin typeface="Plus Jakarta Sans"/>
              </a:rPr>
              <a:t>PAGE 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86500" y="2574131"/>
            <a:ext cx="523875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900">
                <a:solidFill>
                  <a:srgbClr val="C5A059"/>
                </a:solidFill>
                <a:latin typeface="Cinzel SemiBold"/>
                <a:ea typeface="+mn-lt"/>
                <a:cs typeface="+mn-lt"/>
              </a:rPr>
              <a:t>OBRA MAESTRA TÁCTIL</a:t>
            </a:r>
            <a:endParaRPr lang="en-US">
              <a:latin typeface="Cinzel SemiBold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286500" y="2821781"/>
            <a:ext cx="5590698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2400" dirty="0" err="1">
                <a:solidFill>
                  <a:srgbClr val="FFFFFF"/>
                </a:solidFill>
                <a:latin typeface="Cormorant Garamond SemiBold"/>
                <a:ea typeface="+mn-lt"/>
                <a:cs typeface="+mn-lt"/>
              </a:rPr>
              <a:t>Mármol</a:t>
            </a:r>
            <a:r>
              <a:rPr lang="en-US" sz="2400" dirty="0">
                <a:solidFill>
                  <a:srgbClr val="FFFFFF"/>
                </a:solidFill>
                <a:latin typeface="Cormorant Garamond SemiBold"/>
                <a:ea typeface="+mn-lt"/>
                <a:cs typeface="+mn-lt"/>
              </a:rPr>
              <a:t> natural con </a:t>
            </a:r>
            <a:r>
              <a:rPr lang="en-US" sz="2400" dirty="0" err="1">
                <a:solidFill>
                  <a:srgbClr val="FFFFFF"/>
                </a:solidFill>
                <a:latin typeface="Cormorant Garamond SemiBold"/>
                <a:ea typeface="+mn-lt"/>
                <a:cs typeface="+mn-lt"/>
              </a:rPr>
              <a:t>vástago</a:t>
            </a:r>
            <a:r>
              <a:rPr lang="en-US" sz="2400" dirty="0">
                <a:solidFill>
                  <a:srgbClr val="FFFFFF"/>
                </a:solidFill>
                <a:latin typeface="Cormorant Garamond SemiBold"/>
                <a:ea typeface="+mn-lt"/>
                <a:cs typeface="+mn-lt"/>
              </a:rPr>
              <a:t> MX</a:t>
            </a:r>
            <a:endParaRPr lang="en-US" dirty="0">
              <a:latin typeface="Cormorant Garamond SemiBold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286500" y="3336131"/>
            <a:ext cx="5324475" cy="728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912"/>
              </a:lnSpc>
            </a:pPr>
            <a:r>
              <a:rPr lang="en-US" sz="1100" dirty="0" err="1">
                <a:solidFill>
                  <a:srgbClr val="A1A1A6"/>
                </a:solidFill>
                <a:latin typeface="Plus Jakarta Sans"/>
                <a:ea typeface="+mn-lt"/>
                <a:cs typeface="+mn-lt"/>
              </a:rPr>
              <a:t>Diseñado</a:t>
            </a:r>
            <a:r>
              <a:rPr lang="en-US" sz="1100" dirty="0">
                <a:solidFill>
                  <a:srgbClr val="A1A1A6"/>
                </a:solidFill>
                <a:latin typeface="Plus Jakarta Sans"/>
                <a:ea typeface="+mn-lt"/>
                <a:cs typeface="+mn-lt"/>
              </a:rPr>
              <a:t> </a:t>
            </a:r>
            <a:r>
              <a:rPr lang="en-US" sz="1100" dirty="0" err="1">
                <a:solidFill>
                  <a:srgbClr val="A1A1A6"/>
                </a:solidFill>
                <a:latin typeface="Plus Jakarta Sans"/>
                <a:ea typeface="+mn-lt"/>
                <a:cs typeface="+mn-lt"/>
              </a:rPr>
              <a:t>específicamente</a:t>
            </a:r>
            <a:r>
              <a:rPr lang="en-US" sz="1100" dirty="0">
                <a:solidFill>
                  <a:srgbClr val="A1A1A6"/>
                </a:solidFill>
                <a:latin typeface="Plus Jakarta Sans"/>
                <a:ea typeface="+mn-lt"/>
                <a:cs typeface="+mn-lt"/>
              </a:rPr>
              <a:t> para </a:t>
            </a:r>
            <a:r>
              <a:rPr lang="en-US" sz="1100" dirty="0" err="1">
                <a:solidFill>
                  <a:srgbClr val="A1A1A6"/>
                </a:solidFill>
                <a:latin typeface="Plus Jakarta Sans"/>
                <a:ea typeface="+mn-lt"/>
                <a:cs typeface="+mn-lt"/>
              </a:rPr>
              <a:t>teclados</a:t>
            </a:r>
            <a:r>
              <a:rPr lang="en-US" sz="1100" dirty="0">
                <a:solidFill>
                  <a:srgbClr val="A1A1A6"/>
                </a:solidFill>
                <a:latin typeface="Plus Jakarta Sans"/>
                <a:ea typeface="+mn-lt"/>
                <a:cs typeface="+mn-lt"/>
              </a:rPr>
              <a:t> </a:t>
            </a:r>
            <a:r>
              <a:rPr lang="en-US" sz="1100" dirty="0" err="1">
                <a:solidFill>
                  <a:srgbClr val="A1A1A6"/>
                </a:solidFill>
                <a:latin typeface="Plus Jakarta Sans"/>
                <a:ea typeface="+mn-lt"/>
                <a:cs typeface="+mn-lt"/>
              </a:rPr>
              <a:t>mecánicos</a:t>
            </a:r>
            <a:r>
              <a:rPr lang="en-US" sz="1100" dirty="0">
                <a:solidFill>
                  <a:srgbClr val="A1A1A6"/>
                </a:solidFill>
                <a:latin typeface="Plus Jakarta Sans"/>
                <a:ea typeface="+mn-lt"/>
                <a:cs typeface="+mn-lt"/>
              </a:rPr>
              <a:t> </a:t>
            </a:r>
            <a:r>
              <a:rPr lang="en-US" sz="1100" dirty="0" err="1">
                <a:solidFill>
                  <a:srgbClr val="A1A1A6"/>
                </a:solidFill>
                <a:latin typeface="Plus Jakarta Sans"/>
                <a:ea typeface="+mn-lt"/>
                <a:cs typeface="+mn-lt"/>
              </a:rPr>
              <a:t>personalizados</a:t>
            </a:r>
            <a:r>
              <a:rPr lang="en-US" sz="1100" dirty="0">
                <a:solidFill>
                  <a:srgbClr val="A1A1A6"/>
                </a:solidFill>
                <a:latin typeface="Plus Jakarta Sans"/>
                <a:ea typeface="+mn-lt"/>
                <a:cs typeface="+mn-lt"/>
              </a:rPr>
              <a:t> de </a:t>
            </a:r>
            <a:r>
              <a:rPr lang="en-US" sz="1100" dirty="0" err="1">
                <a:solidFill>
                  <a:srgbClr val="A1A1A6"/>
                </a:solidFill>
                <a:latin typeface="Plus Jakarta Sans"/>
                <a:ea typeface="+mn-lt"/>
                <a:cs typeface="+mn-lt"/>
              </a:rPr>
              <a:t>alta</a:t>
            </a:r>
            <a:r>
              <a:rPr lang="en-US" sz="1100" dirty="0">
                <a:solidFill>
                  <a:srgbClr val="A1A1A6"/>
                </a:solidFill>
                <a:latin typeface="Plus Jakarta Sans"/>
                <a:ea typeface="+mn-lt"/>
                <a:cs typeface="+mn-lt"/>
              </a:rPr>
              <a:t> gama</a:t>
            </a:r>
            <a:r>
              <a:rPr lang="en-US" sz="1100" b="0" i="0" u="none" dirty="0">
                <a:solidFill>
                  <a:srgbClr val="A1A1A6"/>
                </a:solidFill>
                <a:latin typeface="Plus Jakarta Sans"/>
                <a:ea typeface="+mn-lt"/>
                <a:cs typeface="+mn-lt"/>
              </a:rPr>
              <a:t>. </a:t>
            </a:r>
            <a:r>
              <a:rPr lang="en-US" sz="1100" dirty="0" err="1">
                <a:solidFill>
                  <a:srgbClr val="A1A1A6"/>
                </a:solidFill>
                <a:latin typeface="Plus Jakarta Sans"/>
                <a:ea typeface="+mn-lt"/>
                <a:cs typeface="+mn-lt"/>
              </a:rPr>
              <a:t>Cuenta</a:t>
            </a:r>
            <a:r>
              <a:rPr lang="en-US" sz="1100" dirty="0">
                <a:solidFill>
                  <a:srgbClr val="A1A1A6"/>
                </a:solidFill>
                <a:latin typeface="Plus Jakarta Sans"/>
                <a:ea typeface="+mn-lt"/>
                <a:cs typeface="+mn-lt"/>
              </a:rPr>
              <a:t> con un </a:t>
            </a:r>
            <a:r>
              <a:rPr lang="en-US" sz="1100" dirty="0" err="1">
                <a:solidFill>
                  <a:srgbClr val="A1A1A6"/>
                </a:solidFill>
                <a:latin typeface="Plus Jakarta Sans"/>
                <a:ea typeface="+mn-lt"/>
                <a:cs typeface="+mn-lt"/>
              </a:rPr>
              <a:t>inserto</a:t>
            </a:r>
            <a:r>
              <a:rPr lang="en-US" sz="1100" dirty="0">
                <a:solidFill>
                  <a:srgbClr val="A1A1A6"/>
                </a:solidFill>
                <a:latin typeface="Plus Jakarta Sans"/>
                <a:ea typeface="+mn-lt"/>
                <a:cs typeface="+mn-lt"/>
              </a:rPr>
              <a:t> de </a:t>
            </a:r>
            <a:r>
              <a:rPr lang="en-US" sz="1100" dirty="0" err="1">
                <a:solidFill>
                  <a:srgbClr val="A1A1A6"/>
                </a:solidFill>
                <a:latin typeface="Plus Jakarta Sans"/>
                <a:ea typeface="+mn-lt"/>
                <a:cs typeface="+mn-lt"/>
              </a:rPr>
              <a:t>vástago</a:t>
            </a:r>
            <a:r>
              <a:rPr lang="en-US" sz="1100" dirty="0">
                <a:solidFill>
                  <a:srgbClr val="A1A1A6"/>
                </a:solidFill>
                <a:latin typeface="Plus Jakarta Sans"/>
                <a:ea typeface="+mn-lt"/>
                <a:cs typeface="+mn-lt"/>
              </a:rPr>
              <a:t> </a:t>
            </a:r>
            <a:r>
              <a:rPr lang="en-US" sz="1100" b="0" i="0" u="none" dirty="0">
                <a:solidFill>
                  <a:srgbClr val="A1A1A6"/>
                </a:solidFill>
                <a:latin typeface="Plus Jakarta Sans"/>
                <a:ea typeface="+mn-lt"/>
                <a:cs typeface="+mn-lt"/>
              </a:rPr>
              <a:t>MX </a:t>
            </a:r>
            <a:r>
              <a:rPr lang="en-US" sz="1100" dirty="0" err="1">
                <a:solidFill>
                  <a:srgbClr val="A1A1A6"/>
                </a:solidFill>
                <a:latin typeface="Plus Jakarta Sans"/>
                <a:ea typeface="+mn-lt"/>
                <a:cs typeface="+mn-lt"/>
              </a:rPr>
              <a:t>reforzado</a:t>
            </a:r>
            <a:r>
              <a:rPr lang="en-US" sz="1100" dirty="0">
                <a:solidFill>
                  <a:srgbClr val="A1A1A6"/>
                </a:solidFill>
                <a:latin typeface="Plus Jakarta Sans"/>
                <a:ea typeface="+mn-lt"/>
                <a:cs typeface="+mn-lt"/>
              </a:rPr>
              <a:t> </a:t>
            </a:r>
            <a:r>
              <a:rPr lang="en-US" sz="1100" dirty="0" err="1">
                <a:solidFill>
                  <a:srgbClr val="A1A1A6"/>
                </a:solidFill>
                <a:latin typeface="Plus Jakarta Sans"/>
                <a:ea typeface="+mn-lt"/>
                <a:cs typeface="+mn-lt"/>
              </a:rPr>
              <a:t>en</a:t>
            </a:r>
            <a:r>
              <a:rPr lang="en-US" sz="1100" dirty="0">
                <a:solidFill>
                  <a:srgbClr val="A1A1A6"/>
                </a:solidFill>
                <a:latin typeface="Plus Jakarta Sans"/>
                <a:ea typeface="+mn-lt"/>
                <a:cs typeface="+mn-lt"/>
              </a:rPr>
              <a:t> </a:t>
            </a:r>
            <a:r>
              <a:rPr lang="en-US" sz="1100" dirty="0" err="1">
                <a:solidFill>
                  <a:srgbClr val="A1A1A6"/>
                </a:solidFill>
                <a:latin typeface="Plus Jakarta Sans"/>
                <a:ea typeface="+mn-lt"/>
                <a:cs typeface="+mn-lt"/>
              </a:rPr>
              <a:t>bronce</a:t>
            </a:r>
            <a:r>
              <a:rPr lang="en-US" sz="1100" dirty="0">
                <a:solidFill>
                  <a:srgbClr val="A1A1A6"/>
                </a:solidFill>
                <a:latin typeface="Plus Jakarta Sans"/>
                <a:ea typeface="+mn-lt"/>
                <a:cs typeface="+mn-lt"/>
              </a:rPr>
              <a:t> </a:t>
            </a:r>
            <a:r>
              <a:rPr lang="en-US" sz="1100" dirty="0" err="1">
                <a:solidFill>
                  <a:srgbClr val="A1A1A6"/>
                </a:solidFill>
                <a:latin typeface="Plus Jakarta Sans"/>
                <a:ea typeface="+mn-lt"/>
                <a:cs typeface="+mn-lt"/>
              </a:rPr>
              <a:t>sólido</a:t>
            </a:r>
            <a:r>
              <a:rPr lang="en-US" sz="1100" dirty="0">
                <a:solidFill>
                  <a:srgbClr val="A1A1A6"/>
                </a:solidFill>
                <a:latin typeface="Plus Jakarta Sans"/>
                <a:ea typeface="+mn-lt"/>
                <a:cs typeface="+mn-lt"/>
              </a:rPr>
              <a:t> para </a:t>
            </a:r>
            <a:r>
              <a:rPr lang="en-US" sz="1100" dirty="0" err="1">
                <a:solidFill>
                  <a:srgbClr val="A1A1A6"/>
                </a:solidFill>
                <a:latin typeface="Plus Jakarta Sans"/>
                <a:ea typeface="+mn-lt"/>
                <a:cs typeface="+mn-lt"/>
              </a:rPr>
              <a:t>una</a:t>
            </a:r>
            <a:r>
              <a:rPr lang="en-US" sz="1100" dirty="0">
                <a:solidFill>
                  <a:srgbClr val="A1A1A6"/>
                </a:solidFill>
                <a:latin typeface="Plus Jakarta Sans"/>
                <a:ea typeface="+mn-lt"/>
                <a:cs typeface="+mn-lt"/>
              </a:rPr>
              <a:t> </a:t>
            </a:r>
            <a:r>
              <a:rPr lang="en-US" sz="1100" dirty="0" err="1">
                <a:solidFill>
                  <a:srgbClr val="A1A1A6"/>
                </a:solidFill>
                <a:latin typeface="Plus Jakarta Sans"/>
                <a:ea typeface="+mn-lt"/>
                <a:cs typeface="+mn-lt"/>
              </a:rPr>
              <a:t>pulsación</a:t>
            </a:r>
            <a:r>
              <a:rPr lang="en-US" sz="1100" dirty="0">
                <a:solidFill>
                  <a:srgbClr val="A1A1A6"/>
                </a:solidFill>
                <a:latin typeface="Plus Jakarta Sans"/>
                <a:ea typeface="+mn-lt"/>
                <a:cs typeface="+mn-lt"/>
              </a:rPr>
              <a:t> suave y </a:t>
            </a:r>
            <a:r>
              <a:rPr lang="en-US" sz="1100" dirty="0" err="1">
                <a:solidFill>
                  <a:srgbClr val="A1A1A6"/>
                </a:solidFill>
                <a:latin typeface="Plus Jakarta Sans"/>
                <a:ea typeface="+mn-lt"/>
                <a:cs typeface="+mn-lt"/>
              </a:rPr>
              <a:t>amortiguación</a:t>
            </a:r>
            <a:r>
              <a:rPr lang="en-US" sz="1100" dirty="0">
                <a:solidFill>
                  <a:srgbClr val="A1A1A6"/>
                </a:solidFill>
                <a:latin typeface="Plus Jakarta Sans"/>
                <a:ea typeface="+mn-lt"/>
                <a:cs typeface="+mn-lt"/>
              </a:rPr>
              <a:t> </a:t>
            </a:r>
            <a:r>
              <a:rPr lang="en-US" sz="1100" dirty="0" err="1">
                <a:solidFill>
                  <a:srgbClr val="A1A1A6"/>
                </a:solidFill>
                <a:latin typeface="Plus Jakarta Sans"/>
                <a:ea typeface="+mn-lt"/>
                <a:cs typeface="+mn-lt"/>
              </a:rPr>
              <a:t>acústica</a:t>
            </a:r>
            <a:r>
              <a:rPr lang="en-US" sz="1100" b="0" i="0" u="none" dirty="0">
                <a:solidFill>
                  <a:srgbClr val="A1A1A6"/>
                </a:solidFill>
                <a:latin typeface="Plus Jakarta Sans"/>
                <a:ea typeface="+mn-lt"/>
                <a:cs typeface="+mn-lt"/>
              </a:rPr>
              <a:t>.</a:t>
            </a:r>
            <a:endParaRPr lang="en-US" sz="1100" dirty="0">
              <a:latin typeface="Plus Jakarta Sans"/>
              <a:ea typeface="+mn-lt"/>
              <a:cs typeface="+mn-lt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581775" y="4255293"/>
            <a:ext cx="5029200" cy="2103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800"/>
              </a:lnSpc>
            </a:pPr>
            <a:r>
              <a:rPr lang="en-US" sz="1100" dirty="0" err="1">
                <a:solidFill>
                  <a:srgbClr val="D1D1D6"/>
                </a:solidFill>
                <a:latin typeface="Plus Jakarta Sans"/>
                <a:ea typeface="+mn-lt"/>
                <a:cs typeface="+mn-lt"/>
              </a:rPr>
              <a:t>Superficie</a:t>
            </a:r>
            <a:r>
              <a:rPr lang="en-US" sz="1100" dirty="0">
                <a:solidFill>
                  <a:srgbClr val="D1D1D6"/>
                </a:solidFill>
                <a:latin typeface="Plus Jakarta Sans"/>
                <a:ea typeface="+mn-lt"/>
                <a:cs typeface="+mn-lt"/>
              </a:rPr>
              <a:t> </a:t>
            </a:r>
            <a:r>
              <a:rPr lang="en-US" sz="1100" dirty="0" err="1">
                <a:solidFill>
                  <a:srgbClr val="D1D1D6"/>
                </a:solidFill>
                <a:latin typeface="Plus Jakarta Sans"/>
                <a:ea typeface="+mn-lt"/>
                <a:cs typeface="+mn-lt"/>
              </a:rPr>
              <a:t>pulida</a:t>
            </a:r>
            <a:r>
              <a:rPr lang="en-US" sz="1100" dirty="0">
                <a:solidFill>
                  <a:srgbClr val="D1D1D6"/>
                </a:solidFill>
                <a:latin typeface="Plus Jakarta Sans"/>
                <a:ea typeface="+mn-lt"/>
                <a:cs typeface="+mn-lt"/>
              </a:rPr>
              <a:t> a mano con </a:t>
            </a:r>
            <a:r>
              <a:rPr lang="en-US" sz="1100" dirty="0" err="1">
                <a:solidFill>
                  <a:srgbClr val="D1D1D6"/>
                </a:solidFill>
                <a:latin typeface="Plus Jakarta Sans"/>
                <a:ea typeface="+mn-lt"/>
                <a:cs typeface="+mn-lt"/>
              </a:rPr>
              <a:t>acabado</a:t>
            </a:r>
            <a:r>
              <a:rPr lang="en-US" sz="1100" dirty="0">
                <a:solidFill>
                  <a:srgbClr val="D1D1D6"/>
                </a:solidFill>
                <a:latin typeface="Plus Jakarta Sans"/>
                <a:ea typeface="+mn-lt"/>
                <a:cs typeface="+mn-lt"/>
              </a:rPr>
              <a:t> de cera </a:t>
            </a:r>
            <a:r>
              <a:rPr lang="en-US" sz="1100" dirty="0" err="1">
                <a:solidFill>
                  <a:srgbClr val="D1D1D6"/>
                </a:solidFill>
                <a:latin typeface="Plus Jakarta Sans"/>
                <a:ea typeface="+mn-lt"/>
                <a:cs typeface="+mn-lt"/>
              </a:rPr>
              <a:t>protectora</a:t>
            </a:r>
            <a:r>
              <a:rPr lang="en-US" sz="1100" dirty="0">
                <a:solidFill>
                  <a:srgbClr val="D1D1D6"/>
                </a:solidFill>
                <a:latin typeface="Plus Jakarta Sans"/>
                <a:ea typeface="+mn-lt"/>
                <a:cs typeface="+mn-lt"/>
              </a:rPr>
              <a:t> </a:t>
            </a:r>
            <a:r>
              <a:rPr lang="en-US" sz="1100" dirty="0" err="1">
                <a:solidFill>
                  <a:srgbClr val="D1D1D6"/>
                </a:solidFill>
                <a:latin typeface="Plus Jakarta Sans"/>
                <a:ea typeface="+mn-lt"/>
                <a:cs typeface="+mn-lt"/>
              </a:rPr>
              <a:t>satinada</a:t>
            </a:r>
            <a:r>
              <a:rPr lang="en-US" sz="1100" b="0" i="0" u="none" dirty="0">
                <a:solidFill>
                  <a:srgbClr val="D1D1D6"/>
                </a:solidFill>
                <a:latin typeface="Plus Jakarta Sans"/>
                <a:ea typeface="+mn-lt"/>
                <a:cs typeface="+mn-lt"/>
              </a:rPr>
              <a:t>.</a:t>
            </a:r>
            <a:endParaRPr lang="en-US" sz="1100">
              <a:latin typeface="Plus Jakarta Sans"/>
              <a:ea typeface="+mn-lt"/>
              <a:cs typeface="+mn-lt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581775" y="4636293"/>
            <a:ext cx="5029200" cy="2103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800"/>
              </a:lnSpc>
            </a:pPr>
            <a:r>
              <a:rPr lang="en-US" sz="1100" dirty="0">
                <a:solidFill>
                  <a:srgbClr val="D1D1D6"/>
                </a:solidFill>
                <a:latin typeface="Plus Jakarta Sans"/>
                <a:ea typeface="+mn-lt"/>
                <a:cs typeface="+mn-lt"/>
              </a:rPr>
              <a:t>Compatible con </a:t>
            </a:r>
            <a:r>
              <a:rPr lang="en-US" sz="1100" dirty="0" err="1">
                <a:solidFill>
                  <a:srgbClr val="D1D1D6"/>
                </a:solidFill>
                <a:latin typeface="Plus Jakarta Sans"/>
                <a:ea typeface="+mn-lt"/>
                <a:cs typeface="+mn-lt"/>
              </a:rPr>
              <a:t>interruptores</a:t>
            </a:r>
            <a:r>
              <a:rPr lang="en-US" sz="1100" dirty="0">
                <a:solidFill>
                  <a:srgbClr val="D1D1D6"/>
                </a:solidFill>
                <a:latin typeface="Plus Jakarta Sans"/>
                <a:ea typeface="+mn-lt"/>
                <a:cs typeface="+mn-lt"/>
              </a:rPr>
              <a:t> </a:t>
            </a:r>
            <a:r>
              <a:rPr lang="en-US" sz="1100" dirty="0" err="1">
                <a:solidFill>
                  <a:srgbClr val="D1D1D6"/>
                </a:solidFill>
                <a:latin typeface="Plus Jakarta Sans"/>
                <a:ea typeface="+mn-lt"/>
                <a:cs typeface="+mn-lt"/>
              </a:rPr>
              <a:t>mecánicos</a:t>
            </a:r>
            <a:r>
              <a:rPr lang="en-US" sz="1100" dirty="0">
                <a:solidFill>
                  <a:srgbClr val="D1D1D6"/>
                </a:solidFill>
                <a:latin typeface="Plus Jakarta Sans"/>
                <a:ea typeface="+mn-lt"/>
                <a:cs typeface="+mn-lt"/>
              </a:rPr>
              <a:t> </a:t>
            </a:r>
            <a:r>
              <a:rPr lang="en-US" sz="1100" dirty="0" err="1">
                <a:solidFill>
                  <a:srgbClr val="D1D1D6"/>
                </a:solidFill>
                <a:latin typeface="Plus Jakarta Sans"/>
                <a:ea typeface="+mn-lt"/>
                <a:cs typeface="+mn-lt"/>
              </a:rPr>
              <a:t>estándar</a:t>
            </a:r>
            <a:r>
              <a:rPr lang="en-US" sz="1100" dirty="0">
                <a:solidFill>
                  <a:srgbClr val="D1D1D6"/>
                </a:solidFill>
                <a:latin typeface="Plus Jakarta Sans"/>
                <a:ea typeface="+mn-lt"/>
                <a:cs typeface="+mn-lt"/>
              </a:rPr>
              <a:t> de </a:t>
            </a:r>
            <a:r>
              <a:rPr lang="en-US" sz="1100" dirty="0" err="1">
                <a:solidFill>
                  <a:srgbClr val="D1D1D6"/>
                </a:solidFill>
                <a:latin typeface="Plus Jakarta Sans"/>
                <a:ea typeface="+mn-lt"/>
                <a:cs typeface="+mn-lt"/>
              </a:rPr>
              <a:t>tipo</a:t>
            </a:r>
            <a:r>
              <a:rPr lang="en-US" sz="1100" dirty="0">
                <a:solidFill>
                  <a:srgbClr val="D1D1D6"/>
                </a:solidFill>
                <a:latin typeface="Plus Jakarta Sans"/>
                <a:ea typeface="+mn-lt"/>
                <a:cs typeface="+mn-lt"/>
              </a:rPr>
              <a:t> </a:t>
            </a:r>
            <a:r>
              <a:rPr lang="en-US" sz="1100" b="0" i="0" u="none" dirty="0">
                <a:solidFill>
                  <a:srgbClr val="D1D1D6"/>
                </a:solidFill>
                <a:latin typeface="Plus Jakarta Sans"/>
                <a:ea typeface="+mn-lt"/>
                <a:cs typeface="+mn-lt"/>
              </a:rPr>
              <a:t>Cherry MX.</a:t>
            </a:r>
            <a:endParaRPr lang="en-US" sz="1100" dirty="0">
              <a:latin typeface="Plus Jakarta Sans"/>
              <a:ea typeface="+mn-lt"/>
              <a:cs typeface="+mn-lt"/>
            </a:endParaRP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4293393"/>
            <a:ext cx="152400" cy="1524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4674393"/>
            <a:ext cx="152400" cy="1524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81025" y="485775"/>
            <a:ext cx="11029950" cy="1333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25" b="0" i="0" u="none">
                <a:solidFill>
                  <a:srgbClr val="C5A059"/>
                </a:solidFill>
                <a:latin typeface="Plus Jakarta Sans Medium"/>
              </a:rPr>
              <a:t>FLAGSHIP PRODUCT SERIES 01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1025" y="723900"/>
            <a:ext cx="11029950" cy="9525"/>
          </a:xfrm>
          <a:prstGeom prst="rect">
            <a:avLst/>
          </a:prstGeom>
          <a:solidFill>
            <a:srgbClr val="C5A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81025" y="733425"/>
            <a:ext cx="11581447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2850" dirty="0">
                <a:solidFill>
                  <a:srgbClr val="FFFFFF"/>
                </a:solidFill>
                <a:latin typeface="Cormorant Garamond SemiBold"/>
              </a:rPr>
              <a:t>La Tecla </a:t>
            </a:r>
            <a:r>
              <a:rPr lang="en-US" sz="2850" dirty="0" err="1">
                <a:solidFill>
                  <a:srgbClr val="FFFFFF"/>
                </a:solidFill>
                <a:latin typeface="Cormorant Garamond SemiBold"/>
              </a:rPr>
              <a:t>Kinsugi</a:t>
            </a:r>
            <a:endParaRPr lang="en-US" sz="2850" b="0" i="0" u="none" dirty="0" err="1">
              <a:solidFill>
                <a:srgbClr val="FFFFFF"/>
              </a:solidFill>
              <a:latin typeface="Cormorant Garamond SemiBold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AF0500F0-78EC-B680-4716-18BE2E27239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1869" t="1634" r="21869" b="1634"/>
          <a:stretch>
            <a:fillRect/>
          </a:stretch>
        </p:blipFill>
        <p:spPr>
          <a:xfrm>
            <a:off x="1323438" y="1986805"/>
            <a:ext cx="3483589" cy="3416086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21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BE8328-C9E6-43BB-1528-832A9A7E93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mage.png">
            <a:extLst>
              <a:ext uri="{FF2B5EF4-FFF2-40B4-BE49-F238E27FC236}">
                <a16:creationId xmlns:a16="http://schemas.microsoft.com/office/drawing/2014/main" id="{33388747-2537-5461-8400-8A9C477319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025" y="6124575"/>
            <a:ext cx="11029950" cy="2476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5854B88-8C9F-E672-CF28-E749E73EE7D2}"/>
              </a:ext>
            </a:extLst>
          </p:cNvPr>
          <p:cNvSpPr txBox="1"/>
          <p:nvPr/>
        </p:nvSpPr>
        <p:spPr>
          <a:xfrm>
            <a:off x="581025" y="6248400"/>
            <a:ext cx="1485900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8E8E93"/>
                </a:solidFill>
                <a:latin typeface="Plus Jakarta Sans"/>
              </a:rPr>
              <a:t>PRODUCT PORTFOLIO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BCB86B-7A5E-387E-7F48-0047AF016774}"/>
              </a:ext>
            </a:extLst>
          </p:cNvPr>
          <p:cNvSpPr txBox="1"/>
          <p:nvPr/>
        </p:nvSpPr>
        <p:spPr>
          <a:xfrm>
            <a:off x="11039475" y="6248400"/>
            <a:ext cx="571500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8E8E93"/>
                </a:solidFill>
                <a:latin typeface="Plus Jakarta Sans"/>
              </a:rPr>
              <a:t>PAGE 06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BE8D901-9BE3-BE5D-9D26-6ABF0823CE40}"/>
              </a:ext>
            </a:extLst>
          </p:cNvPr>
          <p:cNvSpPr txBox="1"/>
          <p:nvPr/>
        </p:nvSpPr>
        <p:spPr>
          <a:xfrm>
            <a:off x="581025" y="485775"/>
            <a:ext cx="11029950" cy="1333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25" b="0" i="0" u="none">
                <a:solidFill>
                  <a:srgbClr val="C5A059"/>
                </a:solidFill>
                <a:latin typeface="Plus Jakarta Sans Medium"/>
              </a:rPr>
              <a:t>FLAGSHIP PRODUCT SERIES 01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DDCDE5B-852E-7B43-66C1-AAE9053995B1}"/>
              </a:ext>
            </a:extLst>
          </p:cNvPr>
          <p:cNvSpPr/>
          <p:nvPr/>
        </p:nvSpPr>
        <p:spPr>
          <a:xfrm>
            <a:off x="581025" y="723900"/>
            <a:ext cx="11029950" cy="9525"/>
          </a:xfrm>
          <a:prstGeom prst="rect">
            <a:avLst/>
          </a:prstGeom>
          <a:solidFill>
            <a:srgbClr val="C5A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D43130B-CB46-B23B-BA9C-E244AA8B1684}"/>
              </a:ext>
            </a:extLst>
          </p:cNvPr>
          <p:cNvSpPr txBox="1"/>
          <p:nvPr/>
        </p:nvSpPr>
        <p:spPr>
          <a:xfrm>
            <a:off x="581025" y="733425"/>
            <a:ext cx="11581447" cy="4462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2900" dirty="0">
                <a:solidFill>
                  <a:srgbClr val="FFFFFF"/>
                </a:solidFill>
                <a:ea typeface="+mn-lt"/>
                <a:cs typeface="+mn-lt"/>
              </a:rPr>
              <a:t>La Tecla </a:t>
            </a:r>
            <a:r>
              <a:rPr lang="en-US" sz="2900" dirty="0" err="1">
                <a:solidFill>
                  <a:srgbClr val="FFFFFF"/>
                </a:solidFill>
                <a:ea typeface="+mn-lt"/>
                <a:cs typeface="+mn-lt"/>
              </a:rPr>
              <a:t>Kinsugi</a:t>
            </a:r>
            <a:endParaRPr lang="en-US" sz="2900" dirty="0" err="1">
              <a:solidFill>
                <a:srgbClr val="000000"/>
              </a:solidFill>
              <a:ea typeface="+mn-lt"/>
              <a:cs typeface="+mn-lt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2BD6105A-E7B4-6EC3-823F-26F2CA20832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1869" t="1634" r="21869" b="1634"/>
          <a:stretch>
            <a:fillRect/>
          </a:stretch>
        </p:blipFill>
        <p:spPr>
          <a:xfrm>
            <a:off x="3638013" y="1015255"/>
            <a:ext cx="4921864" cy="4825786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9188616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2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100262"/>
            <a:ext cx="5324475" cy="3238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6124575"/>
            <a:ext cx="11029950" cy="2476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81025" y="6248400"/>
            <a:ext cx="1076325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8E8E93"/>
                </a:solidFill>
                <a:latin typeface="Plus Jakarta Sans"/>
              </a:rPr>
              <a:t>DESIGN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39475" y="6248400"/>
            <a:ext cx="571500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8E8E93"/>
                </a:solidFill>
                <a:latin typeface="Plus Jakarta Sans"/>
              </a:rPr>
              <a:t>PAGE 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1025" y="2733675"/>
            <a:ext cx="5324475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900">
                <a:solidFill>
                  <a:srgbClr val="C5A059"/>
                </a:solidFill>
                <a:latin typeface="Cinzel"/>
              </a:rPr>
              <a:t>DISTRIBUCION DE LA PALETA</a:t>
            </a:r>
            <a:endParaRPr lang="en-US" sz="900" b="0" i="0" u="none" dirty="0">
              <a:solidFill>
                <a:srgbClr val="C5A059"/>
              </a:solidFill>
              <a:latin typeface="Cinze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76300" y="3638550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800"/>
              </a:lnSpc>
            </a:pPr>
            <a:r>
              <a:rPr lang="en-US" sz="1200" b="1" dirty="0">
                <a:solidFill>
                  <a:srgbClr val="D1D1D6"/>
                </a:solidFill>
                <a:latin typeface="Plus Jakarta Sans"/>
                <a:ea typeface="+mn-lt"/>
                <a:cs typeface="+mn-lt"/>
              </a:rPr>
              <a:t>Negro </a:t>
            </a:r>
            <a:r>
              <a:rPr lang="en-US" sz="1200" b="1" dirty="0" err="1">
                <a:solidFill>
                  <a:srgbClr val="D1D1D6"/>
                </a:solidFill>
                <a:latin typeface="Plus Jakarta Sans"/>
                <a:ea typeface="+mn-lt"/>
                <a:cs typeface="+mn-lt"/>
              </a:rPr>
              <a:t>Ónix</a:t>
            </a:r>
            <a:r>
              <a:rPr lang="en-US" sz="1200" b="1" dirty="0">
                <a:solidFill>
                  <a:srgbClr val="D1D1D6"/>
                </a:solidFill>
                <a:latin typeface="Plus Jakarta Sans"/>
                <a:ea typeface="+mn-lt"/>
                <a:cs typeface="+mn-lt"/>
              </a:rPr>
              <a:t> Profundo </a:t>
            </a:r>
            <a:r>
              <a:rPr lang="en-US" sz="1200" b="1" i="0" u="none" dirty="0">
                <a:solidFill>
                  <a:srgbClr val="D1D1D6"/>
                </a:solidFill>
                <a:latin typeface="Plus Jakarta Sans"/>
                <a:ea typeface="+mn-lt"/>
                <a:cs typeface="+mn-lt"/>
              </a:rPr>
              <a:t>(#111215): </a:t>
            </a:r>
            <a:r>
              <a:rPr lang="en-US" sz="1200" dirty="0" err="1">
                <a:solidFill>
                  <a:srgbClr val="D1D1D6"/>
                </a:solidFill>
                <a:latin typeface="Plus Jakarta Sans"/>
                <a:ea typeface="+mn-lt"/>
                <a:cs typeface="+mn-lt"/>
              </a:rPr>
              <a:t>Ancla</a:t>
            </a:r>
            <a:r>
              <a:rPr lang="en-US" sz="1200" dirty="0">
                <a:solidFill>
                  <a:srgbClr val="D1D1D6"/>
                </a:solidFill>
                <a:latin typeface="Plus Jakarta Sans"/>
                <a:ea typeface="+mn-lt"/>
                <a:cs typeface="+mn-lt"/>
              </a:rPr>
              <a:t> </a:t>
            </a:r>
            <a:r>
              <a:rPr lang="en-US" sz="1200" dirty="0" err="1">
                <a:solidFill>
                  <a:srgbClr val="D1D1D6"/>
                </a:solidFill>
                <a:latin typeface="Plus Jakarta Sans"/>
                <a:ea typeface="+mn-lt"/>
                <a:cs typeface="+mn-lt"/>
              </a:rPr>
              <a:t>secundaria</a:t>
            </a:r>
            <a:r>
              <a:rPr lang="en-US" sz="1200" dirty="0">
                <a:solidFill>
                  <a:srgbClr val="D1D1D6"/>
                </a:solidFill>
                <a:latin typeface="Plus Jakarta Sans"/>
                <a:ea typeface="+mn-lt"/>
                <a:cs typeface="+mn-lt"/>
              </a:rPr>
              <a:t> </a:t>
            </a:r>
            <a:r>
              <a:rPr lang="en-US" sz="1200" dirty="0" err="1">
                <a:solidFill>
                  <a:srgbClr val="D1D1D6"/>
                </a:solidFill>
                <a:latin typeface="Plus Jakarta Sans"/>
                <a:ea typeface="+mn-lt"/>
                <a:cs typeface="+mn-lt"/>
              </a:rPr>
              <a:t>que</a:t>
            </a:r>
            <a:r>
              <a:rPr lang="en-US" sz="1200" dirty="0">
                <a:solidFill>
                  <a:srgbClr val="D1D1D6"/>
                </a:solidFill>
                <a:latin typeface="Plus Jakarta Sans"/>
                <a:ea typeface="+mn-lt"/>
                <a:cs typeface="+mn-lt"/>
              </a:rPr>
              <a:t> </a:t>
            </a:r>
            <a:r>
              <a:rPr lang="en-US" sz="1200" dirty="0" err="1">
                <a:solidFill>
                  <a:srgbClr val="D1D1D6"/>
                </a:solidFill>
                <a:latin typeface="Plus Jakarta Sans"/>
                <a:ea typeface="+mn-lt"/>
                <a:cs typeface="+mn-lt"/>
              </a:rPr>
              <a:t>representa</a:t>
            </a:r>
            <a:r>
              <a:rPr lang="en-US" sz="1200" dirty="0">
                <a:solidFill>
                  <a:srgbClr val="D1D1D6"/>
                </a:solidFill>
                <a:latin typeface="Plus Jakarta Sans"/>
                <a:ea typeface="+mn-lt"/>
                <a:cs typeface="+mn-lt"/>
              </a:rPr>
              <a:t> la piedra </a:t>
            </a:r>
            <a:r>
              <a:rPr lang="en-US" sz="1200" dirty="0" err="1">
                <a:solidFill>
                  <a:srgbClr val="D1D1D6"/>
                </a:solidFill>
                <a:latin typeface="Plus Jakarta Sans"/>
                <a:ea typeface="+mn-lt"/>
                <a:cs typeface="+mn-lt"/>
              </a:rPr>
              <a:t>oscura</a:t>
            </a:r>
            <a:r>
              <a:rPr lang="en-US" sz="1200" dirty="0">
                <a:solidFill>
                  <a:srgbClr val="D1D1D6"/>
                </a:solidFill>
                <a:latin typeface="Plus Jakarta Sans"/>
                <a:ea typeface="+mn-lt"/>
                <a:cs typeface="+mn-lt"/>
              </a:rPr>
              <a:t> y el </a:t>
            </a:r>
            <a:r>
              <a:rPr lang="en-US" sz="1200" dirty="0" err="1">
                <a:solidFill>
                  <a:srgbClr val="D1D1D6"/>
                </a:solidFill>
                <a:latin typeface="Plus Jakarta Sans"/>
                <a:ea typeface="+mn-lt"/>
                <a:cs typeface="+mn-lt"/>
              </a:rPr>
              <a:t>empaque</a:t>
            </a:r>
            <a:r>
              <a:rPr lang="en-US" sz="1200" dirty="0">
                <a:solidFill>
                  <a:srgbClr val="D1D1D6"/>
                </a:solidFill>
                <a:latin typeface="Plus Jakarta Sans"/>
                <a:ea typeface="+mn-lt"/>
                <a:cs typeface="+mn-lt"/>
              </a:rPr>
              <a:t> </a:t>
            </a:r>
            <a:r>
              <a:rPr lang="en-US" sz="1200" b="0" i="0" u="none" dirty="0">
                <a:solidFill>
                  <a:srgbClr val="D1D1D6"/>
                </a:solidFill>
                <a:latin typeface="Plus Jakarta Sans"/>
                <a:ea typeface="+mn-lt"/>
                <a:cs typeface="+mn-lt"/>
              </a:rPr>
              <a:t>premium.</a:t>
            </a:r>
            <a:endParaRPr lang="en-US" sz="1200">
              <a:latin typeface="Plus Jakarta Sans"/>
              <a:ea typeface="+mn-lt"/>
              <a:cs typeface="+mn-lt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76300" y="4248150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800"/>
              </a:lnSpc>
            </a:pPr>
            <a:r>
              <a:rPr lang="en-US" sz="1200" b="1" dirty="0">
                <a:solidFill>
                  <a:srgbClr val="D1D1D6"/>
                </a:solidFill>
                <a:latin typeface="Plus Jakarta Sans"/>
                <a:ea typeface="+mn-lt"/>
                <a:cs typeface="+mn-lt"/>
              </a:rPr>
              <a:t>Oro </a:t>
            </a:r>
            <a:r>
              <a:rPr lang="en-US" sz="1200" b="1" i="0" u="none" dirty="0">
                <a:solidFill>
                  <a:srgbClr val="D1D1D6"/>
                </a:solidFill>
                <a:latin typeface="Plus Jakarta Sans"/>
                <a:ea typeface="+mn-lt"/>
                <a:cs typeface="+mn-lt"/>
              </a:rPr>
              <a:t>Kintsugi (#C5A059):</a:t>
            </a:r>
            <a:r>
              <a:rPr lang="en-US" sz="1200" b="0" i="0" u="none" dirty="0">
                <a:solidFill>
                  <a:srgbClr val="D1D1D6"/>
                </a:solidFill>
                <a:latin typeface="Plus Jakarta Sans"/>
                <a:ea typeface="+mn-lt"/>
                <a:cs typeface="+mn-lt"/>
              </a:rPr>
              <a:t> </a:t>
            </a:r>
            <a:r>
              <a:rPr lang="en-US" sz="1200" dirty="0" err="1">
                <a:solidFill>
                  <a:srgbClr val="D1D1D6"/>
                </a:solidFill>
                <a:latin typeface="Plus Jakarta Sans"/>
                <a:ea typeface="+mn-lt"/>
                <a:cs typeface="+mn-lt"/>
              </a:rPr>
              <a:t>Acento</a:t>
            </a:r>
            <a:r>
              <a:rPr lang="en-US" sz="1200" dirty="0">
                <a:solidFill>
                  <a:srgbClr val="D1D1D6"/>
                </a:solidFill>
                <a:latin typeface="Plus Jakarta Sans"/>
                <a:ea typeface="+mn-lt"/>
                <a:cs typeface="+mn-lt"/>
              </a:rPr>
              <a:t> </a:t>
            </a:r>
            <a:r>
              <a:rPr lang="en-US" sz="1200" dirty="0" err="1">
                <a:solidFill>
                  <a:srgbClr val="D1D1D6"/>
                </a:solidFill>
                <a:latin typeface="Plus Jakarta Sans"/>
                <a:ea typeface="+mn-lt"/>
                <a:cs typeface="+mn-lt"/>
              </a:rPr>
              <a:t>aplicado</a:t>
            </a:r>
            <a:r>
              <a:rPr lang="en-US" sz="1200" dirty="0">
                <a:solidFill>
                  <a:srgbClr val="D1D1D6"/>
                </a:solidFill>
                <a:latin typeface="Plus Jakarta Sans"/>
                <a:ea typeface="+mn-lt"/>
                <a:cs typeface="+mn-lt"/>
              </a:rPr>
              <a:t> a las </a:t>
            </a:r>
            <a:r>
              <a:rPr lang="en-US" sz="1200" dirty="0" err="1">
                <a:solidFill>
                  <a:srgbClr val="D1D1D6"/>
                </a:solidFill>
                <a:latin typeface="Plus Jakarta Sans"/>
                <a:ea typeface="+mn-lt"/>
                <a:cs typeface="+mn-lt"/>
              </a:rPr>
              <a:t>vetas</a:t>
            </a:r>
            <a:r>
              <a:rPr lang="en-US" sz="1200" dirty="0">
                <a:solidFill>
                  <a:srgbClr val="D1D1D6"/>
                </a:solidFill>
                <a:latin typeface="Plus Jakarta Sans"/>
                <a:ea typeface="+mn-lt"/>
                <a:cs typeface="+mn-lt"/>
              </a:rPr>
              <a:t> </a:t>
            </a:r>
            <a:r>
              <a:rPr lang="en-US" sz="1200" dirty="0" err="1">
                <a:solidFill>
                  <a:srgbClr val="D1D1D6"/>
                </a:solidFill>
                <a:latin typeface="Plus Jakarta Sans"/>
                <a:ea typeface="+mn-lt"/>
                <a:cs typeface="+mn-lt"/>
              </a:rPr>
              <a:t>reparadas</a:t>
            </a:r>
            <a:r>
              <a:rPr lang="en-US" sz="1200" b="0" i="0" u="none" dirty="0">
                <a:solidFill>
                  <a:srgbClr val="D1D1D6"/>
                </a:solidFill>
                <a:latin typeface="Plus Jakarta Sans"/>
                <a:ea typeface="+mn-lt"/>
                <a:cs typeface="+mn-lt"/>
              </a:rPr>
              <a:t>, </a:t>
            </a:r>
            <a:r>
              <a:rPr lang="en-US" sz="1200" dirty="0" err="1">
                <a:solidFill>
                  <a:srgbClr val="D1D1D6"/>
                </a:solidFill>
                <a:latin typeface="Plus Jakarta Sans"/>
                <a:ea typeface="+mn-lt"/>
                <a:cs typeface="+mn-lt"/>
              </a:rPr>
              <a:t>emblemas</a:t>
            </a:r>
            <a:r>
              <a:rPr lang="en-US" sz="1200" dirty="0">
                <a:solidFill>
                  <a:srgbClr val="D1D1D6"/>
                </a:solidFill>
                <a:latin typeface="Plus Jakarta Sans"/>
                <a:ea typeface="+mn-lt"/>
                <a:cs typeface="+mn-lt"/>
              </a:rPr>
              <a:t> y </a:t>
            </a:r>
            <a:r>
              <a:rPr lang="en-US" sz="1200" dirty="0" err="1">
                <a:solidFill>
                  <a:srgbClr val="D1D1D6"/>
                </a:solidFill>
                <a:latin typeface="Plus Jakarta Sans"/>
                <a:ea typeface="+mn-lt"/>
                <a:cs typeface="+mn-lt"/>
              </a:rPr>
              <a:t>tipografía</a:t>
            </a:r>
            <a:r>
              <a:rPr lang="en-US" sz="1200" dirty="0">
                <a:solidFill>
                  <a:srgbClr val="D1D1D6"/>
                </a:solidFill>
                <a:latin typeface="Plus Jakarta Sans"/>
                <a:ea typeface="+mn-lt"/>
                <a:cs typeface="+mn-lt"/>
              </a:rPr>
              <a:t> </a:t>
            </a:r>
            <a:r>
              <a:rPr lang="en-US" sz="1200" b="0" i="0" u="none" dirty="0">
                <a:solidFill>
                  <a:srgbClr val="D1D1D6"/>
                </a:solidFill>
                <a:latin typeface="Plus Jakarta Sans"/>
                <a:ea typeface="+mn-lt"/>
                <a:cs typeface="+mn-lt"/>
              </a:rPr>
              <a:t>focal.</a:t>
            </a:r>
            <a:endParaRPr lang="en-US" sz="1200">
              <a:latin typeface="Plus Jakarta Sans"/>
              <a:ea typeface="+mn-lt"/>
              <a:cs typeface="+mn-lt"/>
            </a:endParaRP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8900" y="2252662"/>
            <a:ext cx="5019675" cy="29337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0550" y="3028950"/>
            <a:ext cx="152400" cy="1524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1025" y="4286250"/>
            <a:ext cx="152400" cy="1524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81025" y="485775"/>
            <a:ext cx="11029950" cy="1333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25" b="0" i="0" u="none">
                <a:solidFill>
                  <a:srgbClr val="C5A059"/>
                </a:solidFill>
                <a:latin typeface="Plus Jakarta Sans Medium"/>
              </a:rPr>
              <a:t>COLOR PALETTE CHROMATIC SYSTEM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1025" y="723900"/>
            <a:ext cx="11029950" cy="9525"/>
          </a:xfrm>
          <a:prstGeom prst="rect">
            <a:avLst/>
          </a:prstGeom>
          <a:solidFill>
            <a:srgbClr val="C5A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81025" y="733425"/>
            <a:ext cx="11581447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2850" dirty="0">
                <a:solidFill>
                  <a:srgbClr val="FFFFFF"/>
                </a:solidFill>
                <a:latin typeface="Cormorant Garamond SemiBold"/>
              </a:rPr>
              <a:t>Paleta </a:t>
            </a:r>
            <a:r>
              <a:rPr lang="en-US" sz="2850">
                <a:solidFill>
                  <a:srgbClr val="FFFFFF"/>
                </a:solidFill>
                <a:latin typeface="Cormorant Garamond SemiBold"/>
              </a:rPr>
              <a:t>de Colores</a:t>
            </a:r>
            <a:endParaRPr lang="en-US" sz="2850" b="0" i="0" u="none" dirty="0">
              <a:solidFill>
                <a:srgbClr val="FFFFFF"/>
              </a:solidFill>
              <a:latin typeface="Cormorant Garamond SemiBold"/>
            </a:endParaRPr>
          </a:p>
        </p:txBody>
      </p:sp>
      <p:pic>
        <p:nvPicPr>
          <p:cNvPr id="19" name="Picture 18" descr="A white and gold keyboard key&#10;&#10;AI-generated content may be incorrect.">
            <a:extLst>
              <a:ext uri="{FF2B5EF4-FFF2-40B4-BE49-F238E27FC236}">
                <a16:creationId xmlns:a16="http://schemas.microsoft.com/office/drawing/2014/main" id="{3F5B833C-980D-AE48-C162-A44ED4F63356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21869" t="1634" r="21869" b="1634"/>
          <a:stretch>
            <a:fillRect/>
          </a:stretch>
        </p:blipFill>
        <p:spPr>
          <a:xfrm>
            <a:off x="8467188" y="2615455"/>
            <a:ext cx="959464" cy="901486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1025" y="3676650"/>
            <a:ext cx="152400" cy="1524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153EE988-0FA7-BA83-2EBB-AF7BF5C33624}"/>
              </a:ext>
            </a:extLst>
          </p:cNvPr>
          <p:cNvSpPr txBox="1"/>
          <p:nvPr/>
        </p:nvSpPr>
        <p:spPr>
          <a:xfrm>
            <a:off x="876300" y="2952749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800"/>
              </a:lnSpc>
            </a:pPr>
            <a:r>
              <a:rPr lang="en-US" sz="1200" b="1" dirty="0">
                <a:solidFill>
                  <a:srgbClr val="D1D1D6"/>
                </a:solidFill>
                <a:latin typeface="Plus Jakarta Sans"/>
                <a:ea typeface="+mn-lt"/>
                <a:cs typeface="+mn-lt"/>
              </a:rPr>
              <a:t>Blanco Mármol Puro </a:t>
            </a:r>
            <a:r>
              <a:rPr lang="en-US" sz="1200" b="1" i="0" u="none" dirty="0">
                <a:solidFill>
                  <a:srgbClr val="D1D1D6"/>
                </a:solidFill>
                <a:latin typeface="Plus Jakarta Sans"/>
                <a:ea typeface="+mn-lt"/>
                <a:cs typeface="+mn-lt"/>
              </a:rPr>
              <a:t>(#</a:t>
            </a:r>
            <a:r>
              <a:rPr lang="en-US" sz="1200" b="1" dirty="0">
                <a:solidFill>
                  <a:srgbClr val="D1D1D6"/>
                </a:solidFill>
                <a:latin typeface="Plus Jakarta Sans"/>
                <a:ea typeface="+mn-lt"/>
                <a:cs typeface="+mn-lt"/>
              </a:rPr>
              <a:t>F8F6F0</a:t>
            </a:r>
            <a:r>
              <a:rPr lang="en-US" sz="1200" b="1" i="0" u="none" dirty="0">
                <a:solidFill>
                  <a:srgbClr val="D1D1D6"/>
                </a:solidFill>
                <a:latin typeface="Plus Jakarta Sans"/>
                <a:ea typeface="+mn-lt"/>
                <a:cs typeface="+mn-lt"/>
              </a:rPr>
              <a:t>):</a:t>
            </a:r>
            <a:r>
              <a:rPr lang="en-US" sz="1200" i="0" u="none" dirty="0">
                <a:solidFill>
                  <a:srgbClr val="D1D1D6"/>
                </a:solidFill>
                <a:latin typeface="Plus Jakarta Sans"/>
                <a:ea typeface="+mn-lt"/>
                <a:cs typeface="+mn-lt"/>
              </a:rPr>
              <a:t> </a:t>
            </a:r>
            <a:r>
              <a:rPr lang="en-US" sz="1200" dirty="0">
                <a:solidFill>
                  <a:srgbClr val="D1D1D6"/>
                </a:solidFill>
                <a:latin typeface="Plus Jakarta Sans"/>
                <a:ea typeface="+mn-lt"/>
                <a:cs typeface="+mn-lt"/>
              </a:rPr>
              <a:t>Elemento </a:t>
            </a:r>
            <a:r>
              <a:rPr lang="en-US" sz="1200" dirty="0" err="1">
                <a:solidFill>
                  <a:srgbClr val="D1D1D6"/>
                </a:solidFill>
                <a:latin typeface="Plus Jakarta Sans"/>
                <a:ea typeface="+mn-lt"/>
                <a:cs typeface="+mn-lt"/>
              </a:rPr>
              <a:t>dominante</a:t>
            </a:r>
            <a:r>
              <a:rPr lang="en-US" sz="1200" dirty="0">
                <a:solidFill>
                  <a:srgbClr val="D1D1D6"/>
                </a:solidFill>
                <a:latin typeface="Plus Jakarta Sans"/>
                <a:ea typeface="+mn-lt"/>
                <a:cs typeface="+mn-lt"/>
              </a:rPr>
              <a:t> para un </a:t>
            </a:r>
            <a:r>
              <a:rPr lang="en-US" sz="1200" dirty="0" err="1">
                <a:solidFill>
                  <a:srgbClr val="D1D1D6"/>
                </a:solidFill>
                <a:latin typeface="Plus Jakarta Sans"/>
                <a:ea typeface="+mn-lt"/>
                <a:cs typeface="+mn-lt"/>
              </a:rPr>
              <a:t>contraste</a:t>
            </a:r>
            <a:r>
              <a:rPr lang="en-US" sz="1200" dirty="0">
                <a:solidFill>
                  <a:srgbClr val="D1D1D6"/>
                </a:solidFill>
                <a:latin typeface="Plus Jakarta Sans"/>
                <a:ea typeface="+mn-lt"/>
                <a:cs typeface="+mn-lt"/>
              </a:rPr>
              <a:t> </a:t>
            </a:r>
            <a:r>
              <a:rPr lang="en-US" sz="1200" dirty="0" err="1">
                <a:solidFill>
                  <a:srgbClr val="D1D1D6"/>
                </a:solidFill>
                <a:latin typeface="Plus Jakarta Sans"/>
                <a:ea typeface="+mn-lt"/>
                <a:cs typeface="+mn-lt"/>
              </a:rPr>
              <a:t>limpio</a:t>
            </a:r>
            <a:r>
              <a:rPr lang="en-US" sz="1200" dirty="0">
                <a:solidFill>
                  <a:srgbClr val="D1D1D6"/>
                </a:solidFill>
                <a:latin typeface="Plus Jakarta Sans"/>
                <a:ea typeface="+mn-lt"/>
                <a:cs typeface="+mn-lt"/>
              </a:rPr>
              <a:t> y </a:t>
            </a:r>
            <a:r>
              <a:rPr lang="en-US" sz="1200" dirty="0" err="1">
                <a:solidFill>
                  <a:srgbClr val="D1D1D6"/>
                </a:solidFill>
                <a:latin typeface="Plus Jakarta Sans"/>
                <a:ea typeface="+mn-lt"/>
                <a:cs typeface="+mn-lt"/>
              </a:rPr>
              <a:t>minimalista</a:t>
            </a:r>
            <a:r>
              <a:rPr lang="en-US" sz="1200" b="0" i="0" u="none" dirty="0">
                <a:solidFill>
                  <a:srgbClr val="D1D1D6"/>
                </a:solidFill>
                <a:latin typeface="Plus Jakarta Sans"/>
                <a:ea typeface="+mn-lt"/>
                <a:cs typeface="+mn-lt"/>
              </a:rPr>
              <a:t>.</a:t>
            </a:r>
            <a:endParaRPr lang="en-US" sz="1200">
              <a:latin typeface="Plus Jakarta Sans"/>
              <a:ea typeface="+mn-lt"/>
              <a:cs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6124575"/>
            <a:ext cx="11029950" cy="2476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81025" y="6248400"/>
            <a:ext cx="885825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0" i="0" u="none">
                <a:solidFill>
                  <a:srgbClr val="6E6E73"/>
                </a:solidFill>
                <a:latin typeface="Plus Jakarta Sans"/>
              </a:rPr>
              <a:t>PHILOSOPHY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6150" y="6248400"/>
            <a:ext cx="504825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0" i="0" u="none">
                <a:solidFill>
                  <a:srgbClr val="6E6E73"/>
                </a:solidFill>
                <a:latin typeface="Plus Jakarta Sans"/>
              </a:rPr>
              <a:t>PAGE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09750" y="2703314"/>
            <a:ext cx="8572500" cy="15071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990"/>
              </a:lnSpc>
            </a:pPr>
            <a:r>
              <a:rPr sz="2850" b="0" i="1" u="none" dirty="0">
                <a:solidFill>
                  <a:srgbClr val="111215"/>
                </a:solidFill>
                <a:latin typeface="Cormorant Garamond"/>
              </a:rPr>
              <a:t> "</a:t>
            </a:r>
            <a:r>
              <a:rPr lang="en-US" sz="2850" i="1" dirty="0">
                <a:solidFill>
                  <a:srgbClr val="111215"/>
                </a:solidFill>
                <a:latin typeface="Cormorant Garamond SemiBold"/>
                <a:ea typeface="+mn-lt"/>
                <a:cs typeface="+mn-lt"/>
              </a:rPr>
              <a:t>No </a:t>
            </a:r>
            <a:r>
              <a:rPr lang="en-US" sz="2850" i="1" dirty="0" err="1">
                <a:solidFill>
                  <a:srgbClr val="111215"/>
                </a:solidFill>
                <a:latin typeface="Cormorant Garamond SemiBold"/>
                <a:ea typeface="+mn-lt"/>
                <a:cs typeface="+mn-lt"/>
              </a:rPr>
              <a:t>fabricamos</a:t>
            </a:r>
            <a:r>
              <a:rPr lang="en-US" sz="2850" i="1" dirty="0">
                <a:solidFill>
                  <a:srgbClr val="111215"/>
                </a:solidFill>
                <a:latin typeface="Cormorant Garamond SemiBold"/>
                <a:ea typeface="+mn-lt"/>
                <a:cs typeface="+mn-lt"/>
              </a:rPr>
              <a:t> </a:t>
            </a:r>
            <a:r>
              <a:rPr lang="en-US" sz="2850" i="1" dirty="0" err="1">
                <a:solidFill>
                  <a:srgbClr val="111215"/>
                </a:solidFill>
                <a:latin typeface="Cormorant Garamond SemiBold"/>
                <a:ea typeface="+mn-lt"/>
                <a:cs typeface="+mn-lt"/>
              </a:rPr>
              <a:t>accesorios</a:t>
            </a:r>
            <a:r>
              <a:rPr lang="en-US" sz="2850" i="1" dirty="0">
                <a:solidFill>
                  <a:srgbClr val="111215"/>
                </a:solidFill>
                <a:latin typeface="Cormorant Garamond SemiBold"/>
                <a:ea typeface="+mn-lt"/>
                <a:cs typeface="+mn-lt"/>
              </a:rPr>
              <a:t> </a:t>
            </a:r>
            <a:r>
              <a:rPr lang="en-US" sz="2850" i="1" dirty="0" err="1">
                <a:solidFill>
                  <a:srgbClr val="111215"/>
                </a:solidFill>
                <a:latin typeface="Cormorant Garamond SemiBold"/>
                <a:ea typeface="+mn-lt"/>
                <a:cs typeface="+mn-lt"/>
              </a:rPr>
              <a:t>en</a:t>
            </a:r>
            <a:r>
              <a:rPr lang="en-US" sz="2850" i="1" dirty="0">
                <a:solidFill>
                  <a:srgbClr val="111215"/>
                </a:solidFill>
                <a:latin typeface="Cormorant Garamond SemiBold"/>
                <a:ea typeface="+mn-lt"/>
                <a:cs typeface="+mn-lt"/>
              </a:rPr>
              <a:t> masa</a:t>
            </a:r>
            <a:r>
              <a:rPr lang="en-US" sz="2850" b="0" i="1" u="none" dirty="0">
                <a:solidFill>
                  <a:srgbClr val="111215"/>
                </a:solidFill>
                <a:latin typeface="Cormorant Garamond SemiBold"/>
                <a:ea typeface="+mn-lt"/>
                <a:cs typeface="+mn-lt"/>
              </a:rPr>
              <a:t>. </a:t>
            </a:r>
            <a:r>
              <a:rPr lang="en-US" sz="2850" i="1" dirty="0" err="1">
                <a:solidFill>
                  <a:srgbClr val="111215"/>
                </a:solidFill>
                <a:latin typeface="Cormorant Garamond SemiBold"/>
                <a:ea typeface="+mn-lt"/>
                <a:cs typeface="+mn-lt"/>
              </a:rPr>
              <a:t>Esculpimos</a:t>
            </a:r>
            <a:r>
              <a:rPr lang="en-US" sz="2850" i="1" dirty="0">
                <a:solidFill>
                  <a:srgbClr val="111215"/>
                </a:solidFill>
                <a:latin typeface="Cormorant Garamond SemiBold"/>
                <a:ea typeface="+mn-lt"/>
                <a:cs typeface="+mn-lt"/>
              </a:rPr>
              <a:t> </a:t>
            </a:r>
            <a:r>
              <a:rPr lang="en-US" sz="2850" i="1" dirty="0" err="1">
                <a:solidFill>
                  <a:srgbClr val="111215"/>
                </a:solidFill>
                <a:latin typeface="Cormorant Garamond SemiBold"/>
                <a:ea typeface="+mn-lt"/>
                <a:cs typeface="+mn-lt"/>
              </a:rPr>
              <a:t>monumentos</a:t>
            </a:r>
            <a:r>
              <a:rPr lang="en-US" sz="2850" i="1" dirty="0">
                <a:solidFill>
                  <a:srgbClr val="111215"/>
                </a:solidFill>
                <a:latin typeface="Cormorant Garamond SemiBold"/>
                <a:ea typeface="+mn-lt"/>
                <a:cs typeface="+mn-lt"/>
              </a:rPr>
              <a:t> </a:t>
            </a:r>
            <a:r>
              <a:rPr lang="en-US" sz="2850" i="1" dirty="0" err="1">
                <a:solidFill>
                  <a:srgbClr val="111215"/>
                </a:solidFill>
                <a:latin typeface="Cormorant Garamond SemiBold"/>
                <a:ea typeface="+mn-lt"/>
                <a:cs typeface="+mn-lt"/>
              </a:rPr>
              <a:t>silenciosos</a:t>
            </a:r>
            <a:r>
              <a:rPr lang="en-US" sz="2850" i="1" dirty="0">
                <a:solidFill>
                  <a:srgbClr val="111215"/>
                </a:solidFill>
                <a:latin typeface="Cormorant Garamond SemiBold"/>
                <a:ea typeface="+mn-lt"/>
                <a:cs typeface="+mn-lt"/>
              </a:rPr>
              <a:t> para el </a:t>
            </a:r>
            <a:r>
              <a:rPr lang="en-US" sz="2850" i="1" dirty="0" err="1">
                <a:solidFill>
                  <a:srgbClr val="111215"/>
                </a:solidFill>
                <a:latin typeface="Cormorant Garamond SemiBold"/>
                <a:ea typeface="+mn-lt"/>
                <a:cs typeface="+mn-lt"/>
              </a:rPr>
              <a:t>espacio</a:t>
            </a:r>
            <a:r>
              <a:rPr lang="en-US" sz="2850" i="1" dirty="0">
                <a:solidFill>
                  <a:srgbClr val="111215"/>
                </a:solidFill>
                <a:latin typeface="Cormorant Garamond SemiBold"/>
                <a:ea typeface="+mn-lt"/>
                <a:cs typeface="+mn-lt"/>
              </a:rPr>
              <a:t> de </a:t>
            </a:r>
            <a:r>
              <a:rPr lang="en-US" sz="2850" i="1" dirty="0" err="1">
                <a:solidFill>
                  <a:srgbClr val="111215"/>
                </a:solidFill>
                <a:latin typeface="Cormorant Garamond SemiBold"/>
                <a:ea typeface="+mn-lt"/>
                <a:cs typeface="+mn-lt"/>
              </a:rPr>
              <a:t>trabajo</a:t>
            </a:r>
            <a:r>
              <a:rPr lang="en-US" sz="2850" i="1" dirty="0">
                <a:solidFill>
                  <a:srgbClr val="111215"/>
                </a:solidFill>
                <a:latin typeface="Cormorant Garamond SemiBold"/>
                <a:ea typeface="+mn-lt"/>
                <a:cs typeface="+mn-lt"/>
              </a:rPr>
              <a:t> </a:t>
            </a:r>
            <a:r>
              <a:rPr lang="en-US" sz="2850" i="1" dirty="0" err="1">
                <a:solidFill>
                  <a:srgbClr val="111215"/>
                </a:solidFill>
                <a:latin typeface="Cormorant Garamond SemiBold"/>
                <a:ea typeface="+mn-lt"/>
                <a:cs typeface="+mn-lt"/>
              </a:rPr>
              <a:t>donde</a:t>
            </a:r>
            <a:r>
              <a:rPr lang="en-US" sz="2850" i="1" dirty="0">
                <a:solidFill>
                  <a:srgbClr val="111215"/>
                </a:solidFill>
                <a:latin typeface="Cormorant Garamond SemiBold"/>
                <a:ea typeface="+mn-lt"/>
                <a:cs typeface="+mn-lt"/>
              </a:rPr>
              <a:t> </a:t>
            </a:r>
            <a:r>
              <a:rPr lang="en-US" sz="2850" i="1" dirty="0" err="1">
                <a:solidFill>
                  <a:srgbClr val="111215"/>
                </a:solidFill>
                <a:latin typeface="Cormorant Garamond SemiBold"/>
                <a:ea typeface="+mn-lt"/>
                <a:cs typeface="+mn-lt"/>
              </a:rPr>
              <a:t>cobran</a:t>
            </a:r>
            <a:r>
              <a:rPr lang="en-US" sz="2850" i="1" dirty="0">
                <a:solidFill>
                  <a:srgbClr val="111215"/>
                </a:solidFill>
                <a:latin typeface="Cormorant Garamond SemiBold"/>
                <a:ea typeface="+mn-lt"/>
                <a:cs typeface="+mn-lt"/>
              </a:rPr>
              <a:t> </a:t>
            </a:r>
            <a:r>
              <a:rPr lang="en-US" sz="2850" i="1" dirty="0" err="1">
                <a:solidFill>
                  <a:srgbClr val="111215"/>
                </a:solidFill>
                <a:latin typeface="Cormorant Garamond SemiBold"/>
                <a:ea typeface="+mn-lt"/>
                <a:cs typeface="+mn-lt"/>
              </a:rPr>
              <a:t>vida</a:t>
            </a:r>
            <a:r>
              <a:rPr lang="en-US" sz="2850" i="1" dirty="0">
                <a:solidFill>
                  <a:srgbClr val="111215"/>
                </a:solidFill>
                <a:latin typeface="Cormorant Garamond SemiBold"/>
                <a:ea typeface="+mn-lt"/>
                <a:cs typeface="+mn-lt"/>
              </a:rPr>
              <a:t> </a:t>
            </a:r>
            <a:r>
              <a:rPr lang="en-US" sz="2850" i="1" dirty="0" err="1">
                <a:solidFill>
                  <a:srgbClr val="111215"/>
                </a:solidFill>
                <a:latin typeface="Cormorant Garamond SemiBold"/>
                <a:ea typeface="+mn-lt"/>
                <a:cs typeface="+mn-lt"/>
              </a:rPr>
              <a:t>tus</a:t>
            </a:r>
            <a:r>
              <a:rPr lang="en-US" sz="2850" i="1" dirty="0">
                <a:solidFill>
                  <a:srgbClr val="111215"/>
                </a:solidFill>
                <a:latin typeface="Cormorant Garamond SemiBold"/>
                <a:ea typeface="+mn-lt"/>
                <a:cs typeface="+mn-lt"/>
              </a:rPr>
              <a:t> </a:t>
            </a:r>
            <a:r>
              <a:rPr lang="en-US" sz="2850" i="1" dirty="0" err="1">
                <a:solidFill>
                  <a:srgbClr val="111215"/>
                </a:solidFill>
                <a:latin typeface="Cormorant Garamond SemiBold"/>
                <a:ea typeface="+mn-lt"/>
                <a:cs typeface="+mn-lt"/>
              </a:rPr>
              <a:t>mejores</a:t>
            </a:r>
            <a:r>
              <a:rPr lang="en-US" sz="2850" i="1" dirty="0">
                <a:solidFill>
                  <a:srgbClr val="111215"/>
                </a:solidFill>
                <a:latin typeface="Cormorant Garamond SemiBold"/>
                <a:ea typeface="+mn-lt"/>
                <a:cs typeface="+mn-lt"/>
              </a:rPr>
              <a:t> </a:t>
            </a:r>
            <a:r>
              <a:rPr lang="en-US" sz="2850" b="0" i="1" u="none" dirty="0">
                <a:solidFill>
                  <a:srgbClr val="111215"/>
                </a:solidFill>
                <a:latin typeface="Cormorant Garamond SemiBold"/>
                <a:ea typeface="+mn-lt"/>
                <a:cs typeface="+mn-lt"/>
              </a:rPr>
              <a:t>ideas.</a:t>
            </a:r>
            <a:r>
              <a:rPr sz="2850" b="0" i="1" u="none" dirty="0">
                <a:solidFill>
                  <a:srgbClr val="111215"/>
                </a:solidFill>
                <a:latin typeface="Cormorant Garamond"/>
              </a:rPr>
              <a:t>"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5775" y="4971003"/>
            <a:ext cx="36004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C5A059"/>
                </a:solidFill>
                <a:latin typeface="Plus Jakarta Sans"/>
              </a:rPr>
              <a:t>— MONOLITH STUDIO CREATIVE DIRECTORY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1025" y="485775"/>
            <a:ext cx="11029950" cy="1333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25" b="0" i="0" u="none">
                <a:solidFill>
                  <a:srgbClr val="8C6D2D"/>
                </a:solidFill>
                <a:latin typeface="Plus Jakarta Sans Medium"/>
              </a:rPr>
              <a:t>CREATIVE VISION FOUNDER'S NOTE</a:t>
            </a:r>
          </a:p>
        </p:txBody>
      </p:sp>
      <p:sp>
        <p:nvSpPr>
          <p:cNvPr id="9" name="Rectangle 8"/>
          <p:cNvSpPr/>
          <p:nvPr/>
        </p:nvSpPr>
        <p:spPr>
          <a:xfrm>
            <a:off x="581025" y="723900"/>
            <a:ext cx="11029950" cy="9525"/>
          </a:xfrm>
          <a:prstGeom prst="rect">
            <a:avLst/>
          </a:prstGeom>
          <a:solidFill>
            <a:srgbClr val="8C6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2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0206" y="3181350"/>
            <a:ext cx="476250" cy="4762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5318" y="3181350"/>
            <a:ext cx="476250" cy="4762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0431" y="3181350"/>
            <a:ext cx="476250" cy="4762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65543" y="3181350"/>
            <a:ext cx="476250" cy="4762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1025" y="6124575"/>
            <a:ext cx="11029950" cy="2476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1025" y="6248400"/>
            <a:ext cx="1304925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8E8E93"/>
                </a:solidFill>
                <a:latin typeface="Plus Jakarta Sans"/>
              </a:rPr>
              <a:t>PROCESS TIMELINE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8050" y="6248400"/>
            <a:ext cx="542925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8E8E93"/>
                </a:solidFill>
                <a:latin typeface="Plus Jakarta Sans"/>
              </a:rPr>
              <a:t>PAGE 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1025" y="3857625"/>
            <a:ext cx="11029950" cy="9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379123" y="3868694"/>
            <a:ext cx="1028712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1500" b="1" dirty="0" err="1">
                <a:solidFill>
                  <a:srgbClr val="FFFFFF"/>
                </a:solidFill>
                <a:latin typeface="Cormorant Garamond"/>
                <a:ea typeface="+mn-lt"/>
                <a:cs typeface="+mn-lt"/>
              </a:rPr>
              <a:t>Selección</a:t>
            </a:r>
            <a:endParaRPr lang="en-US" b="1">
              <a:latin typeface="Cormorant Garamond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81025" y="4171950"/>
            <a:ext cx="2614612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462"/>
              </a:lnSpc>
            </a:pPr>
            <a:r>
              <a:rPr lang="en-US" sz="950" dirty="0" err="1">
                <a:solidFill>
                  <a:srgbClr val="A1A1A6"/>
                </a:solidFill>
                <a:latin typeface="Plus Jakarta Sans"/>
                <a:ea typeface="+mn-lt"/>
                <a:cs typeface="+mn-lt"/>
              </a:rPr>
              <a:t>Inspección</a:t>
            </a:r>
            <a:r>
              <a:rPr lang="en-US" sz="950" dirty="0">
                <a:solidFill>
                  <a:srgbClr val="A1A1A6"/>
                </a:solidFill>
                <a:latin typeface="Plus Jakarta Sans"/>
                <a:ea typeface="+mn-lt"/>
                <a:cs typeface="+mn-lt"/>
              </a:rPr>
              <a:t> de la </a:t>
            </a:r>
            <a:r>
              <a:rPr lang="en-US" sz="950" dirty="0" err="1">
                <a:solidFill>
                  <a:srgbClr val="A1A1A6"/>
                </a:solidFill>
                <a:latin typeface="Plus Jakarta Sans"/>
                <a:ea typeface="+mn-lt"/>
                <a:cs typeface="+mn-lt"/>
              </a:rPr>
              <a:t>cantera</a:t>
            </a:r>
            <a:r>
              <a:rPr lang="en-US" sz="950" dirty="0">
                <a:solidFill>
                  <a:srgbClr val="A1A1A6"/>
                </a:solidFill>
                <a:latin typeface="Plus Jakarta Sans"/>
                <a:ea typeface="+mn-lt"/>
                <a:cs typeface="+mn-lt"/>
              </a:rPr>
              <a:t> y </a:t>
            </a:r>
            <a:r>
              <a:rPr lang="en-US" sz="950" dirty="0" err="1">
                <a:solidFill>
                  <a:srgbClr val="A1A1A6"/>
                </a:solidFill>
                <a:latin typeface="Plus Jakarta Sans"/>
                <a:ea typeface="+mn-lt"/>
                <a:cs typeface="+mn-lt"/>
              </a:rPr>
              <a:t>elección</a:t>
            </a:r>
            <a:r>
              <a:rPr lang="en-US" sz="950" dirty="0">
                <a:solidFill>
                  <a:srgbClr val="A1A1A6"/>
                </a:solidFill>
                <a:latin typeface="Plus Jakarta Sans"/>
                <a:ea typeface="+mn-lt"/>
                <a:cs typeface="+mn-lt"/>
              </a:rPr>
              <a:t> de </a:t>
            </a:r>
            <a:r>
              <a:rPr lang="en-US" sz="950" dirty="0" err="1">
                <a:solidFill>
                  <a:srgbClr val="A1A1A6"/>
                </a:solidFill>
                <a:latin typeface="Plus Jakarta Sans"/>
                <a:ea typeface="+mn-lt"/>
                <a:cs typeface="+mn-lt"/>
              </a:rPr>
              <a:t>bloques</a:t>
            </a:r>
            <a:r>
              <a:rPr lang="en-US" sz="950" dirty="0">
                <a:solidFill>
                  <a:srgbClr val="A1A1A6"/>
                </a:solidFill>
                <a:latin typeface="Plus Jakarta Sans"/>
                <a:ea typeface="+mn-lt"/>
                <a:cs typeface="+mn-lt"/>
              </a:rPr>
              <a:t> </a:t>
            </a:r>
            <a:r>
              <a:rPr lang="en-US" sz="950" dirty="0" err="1">
                <a:solidFill>
                  <a:srgbClr val="A1A1A6"/>
                </a:solidFill>
                <a:latin typeface="Plus Jakarta Sans"/>
                <a:ea typeface="+mn-lt"/>
                <a:cs typeface="+mn-lt"/>
              </a:rPr>
              <a:t>según</a:t>
            </a:r>
            <a:r>
              <a:rPr lang="en-US" sz="950" dirty="0">
                <a:solidFill>
                  <a:srgbClr val="A1A1A6"/>
                </a:solidFill>
                <a:latin typeface="Plus Jakarta Sans"/>
                <a:ea typeface="+mn-lt"/>
                <a:cs typeface="+mn-lt"/>
              </a:rPr>
              <a:t> la </a:t>
            </a:r>
            <a:r>
              <a:rPr lang="en-US" sz="950" dirty="0" err="1">
                <a:solidFill>
                  <a:srgbClr val="A1A1A6"/>
                </a:solidFill>
                <a:latin typeface="Plus Jakarta Sans"/>
                <a:ea typeface="+mn-lt"/>
                <a:cs typeface="+mn-lt"/>
              </a:rPr>
              <a:t>calidad</a:t>
            </a:r>
            <a:r>
              <a:rPr lang="en-US" sz="950" dirty="0">
                <a:solidFill>
                  <a:srgbClr val="A1A1A6"/>
                </a:solidFill>
                <a:latin typeface="Plus Jakarta Sans"/>
                <a:ea typeface="+mn-lt"/>
                <a:cs typeface="+mn-lt"/>
              </a:rPr>
              <a:t> de la </a:t>
            </a:r>
            <a:r>
              <a:rPr lang="en-US" sz="950" dirty="0" err="1">
                <a:solidFill>
                  <a:srgbClr val="A1A1A6"/>
                </a:solidFill>
                <a:latin typeface="Plus Jakarta Sans"/>
                <a:ea typeface="+mn-lt"/>
                <a:cs typeface="+mn-lt"/>
              </a:rPr>
              <a:t>veta</a:t>
            </a:r>
            <a:r>
              <a:rPr lang="en-US" sz="950" b="0" i="0" u="none" dirty="0">
                <a:solidFill>
                  <a:srgbClr val="A1A1A6"/>
                </a:solidFill>
                <a:latin typeface="Plus Jakarta Sans"/>
                <a:ea typeface="+mn-lt"/>
                <a:cs typeface="+mn-lt"/>
              </a:rPr>
              <a:t>.</a:t>
            </a:r>
            <a:endParaRPr lang="en-US" sz="950">
              <a:latin typeface="Plus Jakarta Sans"/>
              <a:ea typeface="+mn-lt"/>
              <a:cs typeface="+mn-lt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326029" y="3848100"/>
            <a:ext cx="745125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1500" b="1" dirty="0" err="1">
                <a:solidFill>
                  <a:srgbClr val="FFFFFF"/>
                </a:solidFill>
                <a:latin typeface="Cormorant Garamond"/>
              </a:rPr>
              <a:t>Fresado</a:t>
            </a:r>
            <a:endParaRPr lang="en-US" sz="1500" b="1" i="0" u="none" dirty="0" err="1">
              <a:solidFill>
                <a:srgbClr val="FFFFFF"/>
              </a:solidFill>
              <a:latin typeface="Cormorant Garamond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386137" y="4171950"/>
            <a:ext cx="2614612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462"/>
              </a:lnSpc>
            </a:pPr>
            <a:r>
              <a:rPr lang="en-US" sz="950" dirty="0" err="1">
                <a:solidFill>
                  <a:srgbClr val="A1A1A6"/>
                </a:solidFill>
                <a:latin typeface="Plus Jakarta Sans"/>
                <a:ea typeface="+mn-lt"/>
                <a:cs typeface="+mn-lt"/>
              </a:rPr>
              <a:t>Modelado</a:t>
            </a:r>
            <a:r>
              <a:rPr lang="en-US" sz="950" dirty="0">
                <a:solidFill>
                  <a:srgbClr val="A1A1A6"/>
                </a:solidFill>
                <a:latin typeface="Plus Jakarta Sans"/>
                <a:ea typeface="+mn-lt"/>
                <a:cs typeface="+mn-lt"/>
              </a:rPr>
              <a:t> </a:t>
            </a:r>
            <a:r>
              <a:rPr lang="en-US" sz="950" dirty="0" err="1">
                <a:solidFill>
                  <a:srgbClr val="A1A1A6"/>
                </a:solidFill>
                <a:latin typeface="Plus Jakarta Sans"/>
                <a:ea typeface="+mn-lt"/>
                <a:cs typeface="+mn-lt"/>
              </a:rPr>
              <a:t>bruto</a:t>
            </a:r>
            <a:r>
              <a:rPr lang="en-US" sz="950" dirty="0">
                <a:solidFill>
                  <a:srgbClr val="A1A1A6"/>
                </a:solidFill>
                <a:latin typeface="Plus Jakarta Sans"/>
                <a:ea typeface="+mn-lt"/>
                <a:cs typeface="+mn-lt"/>
              </a:rPr>
              <a:t> </a:t>
            </a:r>
            <a:r>
              <a:rPr lang="en-US" sz="950" dirty="0" err="1">
                <a:solidFill>
                  <a:srgbClr val="A1A1A6"/>
                </a:solidFill>
                <a:latin typeface="Plus Jakarta Sans"/>
                <a:ea typeface="+mn-lt"/>
                <a:cs typeface="+mn-lt"/>
              </a:rPr>
              <a:t>mediante</a:t>
            </a:r>
            <a:r>
              <a:rPr lang="en-US" sz="950" dirty="0">
                <a:solidFill>
                  <a:srgbClr val="A1A1A6"/>
                </a:solidFill>
                <a:latin typeface="Plus Jakarta Sans"/>
                <a:ea typeface="+mn-lt"/>
                <a:cs typeface="+mn-lt"/>
              </a:rPr>
              <a:t> </a:t>
            </a:r>
            <a:r>
              <a:rPr lang="en-US" sz="950" b="0" i="0" u="none" dirty="0">
                <a:solidFill>
                  <a:srgbClr val="A1A1A6"/>
                </a:solidFill>
                <a:latin typeface="Plus Jakarta Sans"/>
                <a:ea typeface="+mn-lt"/>
                <a:cs typeface="+mn-lt"/>
              </a:rPr>
              <a:t>CNC </a:t>
            </a:r>
            <a:r>
              <a:rPr lang="en-US" sz="950" dirty="0">
                <a:solidFill>
                  <a:srgbClr val="A1A1A6"/>
                </a:solidFill>
                <a:latin typeface="Plus Jakarta Sans"/>
                <a:ea typeface="+mn-lt"/>
                <a:cs typeface="+mn-lt"/>
              </a:rPr>
              <a:t>de 5 </a:t>
            </a:r>
            <a:r>
              <a:rPr lang="en-US" sz="950" dirty="0" err="1">
                <a:solidFill>
                  <a:srgbClr val="A1A1A6"/>
                </a:solidFill>
                <a:latin typeface="Plus Jakarta Sans"/>
                <a:ea typeface="+mn-lt"/>
                <a:cs typeface="+mn-lt"/>
              </a:rPr>
              <a:t>ejes</a:t>
            </a:r>
            <a:r>
              <a:rPr lang="en-US" sz="950" dirty="0">
                <a:solidFill>
                  <a:srgbClr val="A1A1A6"/>
                </a:solidFill>
                <a:latin typeface="Plus Jakarta Sans"/>
                <a:ea typeface="+mn-lt"/>
                <a:cs typeface="+mn-lt"/>
              </a:rPr>
              <a:t> y </a:t>
            </a:r>
            <a:r>
              <a:rPr lang="en-US" sz="950" dirty="0" err="1">
                <a:solidFill>
                  <a:srgbClr val="A1A1A6"/>
                </a:solidFill>
                <a:latin typeface="Plus Jakarta Sans"/>
                <a:ea typeface="+mn-lt"/>
                <a:cs typeface="+mn-lt"/>
              </a:rPr>
              <a:t>tallado</a:t>
            </a:r>
            <a:r>
              <a:rPr lang="en-US" sz="950" dirty="0">
                <a:solidFill>
                  <a:srgbClr val="A1A1A6"/>
                </a:solidFill>
                <a:latin typeface="Plus Jakarta Sans"/>
                <a:ea typeface="+mn-lt"/>
                <a:cs typeface="+mn-lt"/>
              </a:rPr>
              <a:t> del </a:t>
            </a:r>
            <a:r>
              <a:rPr lang="en-US" sz="950" dirty="0" err="1">
                <a:solidFill>
                  <a:srgbClr val="A1A1A6"/>
                </a:solidFill>
                <a:latin typeface="Plus Jakarta Sans"/>
                <a:ea typeface="+mn-lt"/>
                <a:cs typeface="+mn-lt"/>
              </a:rPr>
              <a:t>vástago</a:t>
            </a:r>
            <a:r>
              <a:rPr lang="en-US" sz="950" b="0" i="0" u="none" dirty="0">
                <a:solidFill>
                  <a:srgbClr val="A1A1A6"/>
                </a:solidFill>
                <a:latin typeface="Plus Jakarta Sans"/>
                <a:ea typeface="+mn-lt"/>
                <a:cs typeface="+mn-lt"/>
              </a:rPr>
              <a:t>.</a:t>
            </a:r>
            <a:endParaRPr lang="en-US" sz="950" dirty="0">
              <a:latin typeface="Plus Jakarta Sans"/>
              <a:ea typeface="+mn-lt"/>
              <a:cs typeface="+mn-lt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070838" y="3848100"/>
            <a:ext cx="855434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FFFFFF"/>
                </a:solidFill>
                <a:latin typeface="Cormorant Garamond"/>
              </a:rPr>
              <a:t>Kintsugi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91250" y="4171950"/>
            <a:ext cx="2614612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462"/>
              </a:lnSpc>
            </a:pPr>
            <a:r>
              <a:rPr lang="en-US" sz="950" dirty="0" err="1">
                <a:solidFill>
                  <a:srgbClr val="A1A1A6"/>
                </a:solidFill>
                <a:latin typeface="Plus Jakarta Sans"/>
                <a:ea typeface="+mn-lt"/>
                <a:cs typeface="+mn-lt"/>
              </a:rPr>
              <a:t>Aplicación</a:t>
            </a:r>
            <a:r>
              <a:rPr lang="en-US" sz="950" dirty="0">
                <a:solidFill>
                  <a:srgbClr val="A1A1A6"/>
                </a:solidFill>
                <a:latin typeface="Plus Jakarta Sans"/>
                <a:ea typeface="+mn-lt"/>
                <a:cs typeface="+mn-lt"/>
              </a:rPr>
              <a:t> manual de </a:t>
            </a:r>
            <a:r>
              <a:rPr lang="en-US" sz="950" dirty="0" err="1">
                <a:solidFill>
                  <a:srgbClr val="A1A1A6"/>
                </a:solidFill>
                <a:latin typeface="Plus Jakarta Sans"/>
                <a:ea typeface="+mn-lt"/>
                <a:cs typeface="+mn-lt"/>
              </a:rPr>
              <a:t>polvo</a:t>
            </a:r>
            <a:r>
              <a:rPr lang="en-US" sz="950" dirty="0">
                <a:solidFill>
                  <a:srgbClr val="A1A1A6"/>
                </a:solidFill>
                <a:latin typeface="Plus Jakarta Sans"/>
                <a:ea typeface="+mn-lt"/>
                <a:cs typeface="+mn-lt"/>
              </a:rPr>
              <a:t> de </a:t>
            </a:r>
            <a:r>
              <a:rPr lang="en-US" sz="950" dirty="0" err="1">
                <a:solidFill>
                  <a:srgbClr val="A1A1A6"/>
                </a:solidFill>
                <a:latin typeface="Plus Jakarta Sans"/>
                <a:ea typeface="+mn-lt"/>
                <a:cs typeface="+mn-lt"/>
              </a:rPr>
              <a:t>oro</a:t>
            </a:r>
            <a:r>
              <a:rPr lang="en-US" sz="950" dirty="0">
                <a:solidFill>
                  <a:srgbClr val="A1A1A6"/>
                </a:solidFill>
                <a:latin typeface="Plus Jakarta Sans"/>
                <a:ea typeface="+mn-lt"/>
                <a:cs typeface="+mn-lt"/>
              </a:rPr>
              <a:t> y resina </a:t>
            </a:r>
            <a:r>
              <a:rPr lang="en-US" sz="950" dirty="0" err="1">
                <a:solidFill>
                  <a:srgbClr val="A1A1A6"/>
                </a:solidFill>
                <a:latin typeface="Plus Jakarta Sans"/>
                <a:ea typeface="+mn-lt"/>
                <a:cs typeface="+mn-lt"/>
              </a:rPr>
              <a:t>sobre</a:t>
            </a:r>
            <a:r>
              <a:rPr lang="en-US" sz="950" dirty="0">
                <a:solidFill>
                  <a:srgbClr val="A1A1A6"/>
                </a:solidFill>
                <a:latin typeface="Plus Jakarta Sans"/>
                <a:ea typeface="+mn-lt"/>
                <a:cs typeface="+mn-lt"/>
              </a:rPr>
              <a:t> las </a:t>
            </a:r>
            <a:r>
              <a:rPr lang="en-US" sz="950" dirty="0" err="1">
                <a:solidFill>
                  <a:srgbClr val="A1A1A6"/>
                </a:solidFill>
                <a:latin typeface="Plus Jakarta Sans"/>
                <a:ea typeface="+mn-lt"/>
                <a:cs typeface="+mn-lt"/>
              </a:rPr>
              <a:t>vetas</a:t>
            </a:r>
            <a:r>
              <a:rPr lang="en-US" sz="950" dirty="0">
                <a:solidFill>
                  <a:srgbClr val="A1A1A6"/>
                </a:solidFill>
                <a:latin typeface="Plus Jakarta Sans"/>
                <a:ea typeface="+mn-lt"/>
                <a:cs typeface="+mn-lt"/>
              </a:rPr>
              <a:t> naturales</a:t>
            </a:r>
            <a:r>
              <a:rPr lang="en-US" sz="950" b="0" i="0" u="none" dirty="0">
                <a:solidFill>
                  <a:srgbClr val="A1A1A6"/>
                </a:solidFill>
                <a:latin typeface="Plus Jakarta Sans"/>
                <a:ea typeface="+mn-lt"/>
                <a:cs typeface="+mn-lt"/>
              </a:rPr>
              <a:t>.</a:t>
            </a:r>
            <a:endParaRPr lang="en-US" sz="950" dirty="0">
              <a:latin typeface="Plus Jakarta Sans"/>
              <a:ea typeface="+mn-lt"/>
              <a:cs typeface="+mn-lt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938623" y="3848100"/>
            <a:ext cx="730091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Cormorant Garamond"/>
              </a:rPr>
              <a:t>Pulido</a:t>
            </a:r>
            <a:endParaRPr lang="en-US" sz="1500" b="1" i="0" u="none" dirty="0">
              <a:solidFill>
                <a:srgbClr val="FFFFFF"/>
              </a:solidFill>
              <a:latin typeface="Cormorant Garamond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996362" y="4171950"/>
            <a:ext cx="2614612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462"/>
              </a:lnSpc>
            </a:pPr>
            <a:r>
              <a:rPr lang="en-US" sz="950" dirty="0">
                <a:solidFill>
                  <a:srgbClr val="A1A1A6"/>
                </a:solidFill>
                <a:latin typeface="Plus Jakarta Sans"/>
                <a:ea typeface="+mn-lt"/>
                <a:cs typeface="+mn-lt"/>
              </a:rPr>
              <a:t>Pulido manual </a:t>
            </a:r>
            <a:r>
              <a:rPr lang="en-US" sz="950" dirty="0" err="1">
                <a:solidFill>
                  <a:srgbClr val="A1A1A6"/>
                </a:solidFill>
                <a:latin typeface="Plus Jakarta Sans"/>
                <a:ea typeface="+mn-lt"/>
                <a:cs typeface="+mn-lt"/>
              </a:rPr>
              <a:t>multietapa</a:t>
            </a:r>
            <a:r>
              <a:rPr lang="en-US" sz="950" dirty="0">
                <a:solidFill>
                  <a:srgbClr val="A1A1A6"/>
                </a:solidFill>
                <a:latin typeface="Plus Jakarta Sans"/>
                <a:ea typeface="+mn-lt"/>
                <a:cs typeface="+mn-lt"/>
              </a:rPr>
              <a:t> y </a:t>
            </a:r>
            <a:r>
              <a:rPr lang="en-US" sz="950" dirty="0" err="1">
                <a:solidFill>
                  <a:srgbClr val="A1A1A6"/>
                </a:solidFill>
                <a:latin typeface="Plus Jakarta Sans"/>
                <a:ea typeface="+mn-lt"/>
                <a:cs typeface="+mn-lt"/>
              </a:rPr>
              <a:t>aplicación</a:t>
            </a:r>
            <a:r>
              <a:rPr lang="en-US" sz="950" dirty="0">
                <a:solidFill>
                  <a:srgbClr val="A1A1A6"/>
                </a:solidFill>
                <a:latin typeface="Plus Jakarta Sans"/>
                <a:ea typeface="+mn-lt"/>
                <a:cs typeface="+mn-lt"/>
              </a:rPr>
              <a:t> de </a:t>
            </a:r>
            <a:r>
              <a:rPr lang="en-US" sz="950" dirty="0" err="1">
                <a:solidFill>
                  <a:srgbClr val="A1A1A6"/>
                </a:solidFill>
                <a:latin typeface="Plus Jakarta Sans"/>
                <a:ea typeface="+mn-lt"/>
                <a:cs typeface="+mn-lt"/>
              </a:rPr>
              <a:t>sellador</a:t>
            </a:r>
            <a:r>
              <a:rPr lang="en-US" sz="950" dirty="0">
                <a:solidFill>
                  <a:srgbClr val="A1A1A6"/>
                </a:solidFill>
                <a:latin typeface="Plus Jakarta Sans"/>
                <a:ea typeface="+mn-lt"/>
                <a:cs typeface="+mn-lt"/>
              </a:rPr>
              <a:t> </a:t>
            </a:r>
            <a:r>
              <a:rPr lang="en-US" sz="950" dirty="0" err="1">
                <a:solidFill>
                  <a:srgbClr val="A1A1A6"/>
                </a:solidFill>
                <a:latin typeface="Plus Jakarta Sans"/>
                <a:ea typeface="+mn-lt"/>
                <a:cs typeface="+mn-lt"/>
              </a:rPr>
              <a:t>satinado</a:t>
            </a:r>
            <a:r>
              <a:rPr lang="en-US" sz="950" b="0" i="0" u="none" dirty="0">
                <a:solidFill>
                  <a:srgbClr val="A1A1A6"/>
                </a:solidFill>
                <a:latin typeface="Plus Jakarta Sans"/>
                <a:ea typeface="+mn-lt"/>
                <a:cs typeface="+mn-lt"/>
              </a:rPr>
              <a:t>.</a:t>
            </a:r>
            <a:endParaRPr lang="en-US" sz="950" dirty="0">
              <a:latin typeface="Plus Jakarta Sans"/>
              <a:ea typeface="+mn-lt"/>
              <a:cs typeface="+mn-lt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81025" y="485775"/>
            <a:ext cx="11029950" cy="1333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25" b="0" i="0" u="none">
                <a:solidFill>
                  <a:srgbClr val="C5A059"/>
                </a:solidFill>
                <a:latin typeface="Plus Jakarta Sans Medium"/>
              </a:rPr>
              <a:t>MANUFACTURING PRODUCTION ROADMAP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1025" y="723900"/>
            <a:ext cx="11029950" cy="9525"/>
          </a:xfrm>
          <a:prstGeom prst="rect">
            <a:avLst/>
          </a:prstGeom>
          <a:solidFill>
            <a:srgbClr val="C5A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81025" y="733425"/>
            <a:ext cx="11581447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2850" dirty="0" err="1">
                <a:solidFill>
                  <a:srgbClr val="FFFFFF"/>
                </a:solidFill>
                <a:latin typeface="Cormorant Garamond SemiBold"/>
              </a:rPr>
              <a:t>Cronograma</a:t>
            </a:r>
            <a:r>
              <a:rPr lang="en-US" sz="2850" dirty="0">
                <a:solidFill>
                  <a:srgbClr val="FFFFFF"/>
                </a:solidFill>
                <a:latin typeface="Cormorant Garamond SemiBold"/>
              </a:rPr>
              <a:t> del </a:t>
            </a:r>
            <a:r>
              <a:rPr lang="en-US" sz="2850" dirty="0" err="1">
                <a:solidFill>
                  <a:srgbClr val="FFFFFF"/>
                </a:solidFill>
                <a:latin typeface="Cormorant Garamond SemiBold"/>
              </a:rPr>
              <a:t>Proceso</a:t>
            </a:r>
            <a:endParaRPr sz="2850" b="0" i="0" u="none" dirty="0" err="1">
              <a:solidFill>
                <a:srgbClr val="FFFFFF"/>
              </a:solidFill>
              <a:latin typeface="Cormorant Garamond SemiBold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21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D93459-CD85-87ED-1DAF-DE662AE7DF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1A2593C8-725F-4FA5-F5E1-1D7E194540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>
            <a:extLst>
              <a:ext uri="{FF2B5EF4-FFF2-40B4-BE49-F238E27FC236}">
                <a16:creationId xmlns:a16="http://schemas.microsoft.com/office/drawing/2014/main" id="{AD5C1595-C8BE-AC90-CCBE-45D4CEE165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6081" y="2143125"/>
            <a:ext cx="895350" cy="895350"/>
          </a:xfrm>
          <a:prstGeom prst="rect">
            <a:avLst/>
          </a:prstGeom>
        </p:spPr>
      </p:pic>
      <p:pic>
        <p:nvPicPr>
          <p:cNvPr id="4" name="Picture 3" descr="image.png">
            <a:extLst>
              <a:ext uri="{FF2B5EF4-FFF2-40B4-BE49-F238E27FC236}">
                <a16:creationId xmlns:a16="http://schemas.microsoft.com/office/drawing/2014/main" id="{53CC2364-9DAD-03FD-5AEB-151DE90DF8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9093" y="2143125"/>
            <a:ext cx="904875" cy="895350"/>
          </a:xfrm>
          <a:prstGeom prst="rect">
            <a:avLst/>
          </a:prstGeom>
        </p:spPr>
      </p:pic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3B539D84-ABA3-3DAA-0A05-DF17850901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680406" y="3067050"/>
            <a:ext cx="476250" cy="476250"/>
          </a:xfrm>
          <a:prstGeom prst="rect">
            <a:avLst/>
          </a:prstGeom>
        </p:spPr>
      </p:pic>
      <p:pic>
        <p:nvPicPr>
          <p:cNvPr id="6" name="Picture 5" descr="image.png">
            <a:extLst>
              <a:ext uri="{FF2B5EF4-FFF2-40B4-BE49-F238E27FC236}">
                <a16:creationId xmlns:a16="http://schemas.microsoft.com/office/drawing/2014/main" id="{01267EFB-611C-7723-5505-373146F142C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485518" y="3067050"/>
            <a:ext cx="476250" cy="476250"/>
          </a:xfrm>
          <a:prstGeom prst="rect">
            <a:avLst/>
          </a:prstGeom>
        </p:spPr>
      </p:pic>
      <p:pic>
        <p:nvPicPr>
          <p:cNvPr id="7" name="Picture 6" descr="image.png">
            <a:extLst>
              <a:ext uri="{FF2B5EF4-FFF2-40B4-BE49-F238E27FC236}">
                <a16:creationId xmlns:a16="http://schemas.microsoft.com/office/drawing/2014/main" id="{0981BEBD-06B9-D82A-77B8-25AB6E1A88A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1025" y="6124575"/>
            <a:ext cx="11029950" cy="24765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1B50A10-F400-0BC2-0EDB-DF79FC780158}"/>
              </a:ext>
            </a:extLst>
          </p:cNvPr>
          <p:cNvSpPr txBox="1"/>
          <p:nvPr/>
        </p:nvSpPr>
        <p:spPr>
          <a:xfrm>
            <a:off x="581025" y="6248400"/>
            <a:ext cx="1304925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8E8E93"/>
                </a:solidFill>
                <a:latin typeface="Plus Jakarta Sans"/>
              </a:rPr>
              <a:t>PROCESS TIMELINE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BC5233F-FFE5-464B-5FA2-C95ECD175E72}"/>
              </a:ext>
            </a:extLst>
          </p:cNvPr>
          <p:cNvSpPr txBox="1"/>
          <p:nvPr/>
        </p:nvSpPr>
        <p:spPr>
          <a:xfrm>
            <a:off x="11068050" y="6248400"/>
            <a:ext cx="542925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8E8E93"/>
                </a:solidFill>
                <a:latin typeface="Plus Jakarta Sans"/>
              </a:rPr>
              <a:t>PAGE 10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4FAB416-D018-5821-0547-A207C2773873}"/>
              </a:ext>
            </a:extLst>
          </p:cNvPr>
          <p:cNvSpPr/>
          <p:nvPr/>
        </p:nvSpPr>
        <p:spPr>
          <a:xfrm>
            <a:off x="581025" y="3857625"/>
            <a:ext cx="11029950" cy="9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5487B09-2513-AD33-6902-F0EC86EFA8F4}"/>
              </a:ext>
            </a:extLst>
          </p:cNvPr>
          <p:cNvSpPr txBox="1"/>
          <p:nvPr/>
        </p:nvSpPr>
        <p:spPr>
          <a:xfrm>
            <a:off x="2664998" y="3621044"/>
            <a:ext cx="14097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b="1" dirty="0" err="1">
                <a:solidFill>
                  <a:srgbClr val="FFFFFF"/>
                </a:solidFill>
                <a:latin typeface="Cormorant Garamond"/>
                <a:ea typeface="+mn-lt"/>
                <a:cs typeface="+mn-lt"/>
              </a:rPr>
              <a:t>Selección</a:t>
            </a:r>
            <a:endParaRPr lang="en-US" b="1">
              <a:latin typeface="Cormorant Garamond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9C36832-63AB-C643-60FA-683249007CF4}"/>
              </a:ext>
            </a:extLst>
          </p:cNvPr>
          <p:cNvSpPr txBox="1"/>
          <p:nvPr/>
        </p:nvSpPr>
        <p:spPr>
          <a:xfrm>
            <a:off x="2066925" y="4057650"/>
            <a:ext cx="2614612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462"/>
              </a:lnSpc>
            </a:pPr>
            <a:r>
              <a:rPr lang="en-US" sz="1050" dirty="0" err="1">
                <a:solidFill>
                  <a:srgbClr val="A1A1A6"/>
                </a:solidFill>
                <a:latin typeface="Plus Jakarta Sans"/>
                <a:ea typeface="+mn-lt"/>
                <a:cs typeface="+mn-lt"/>
              </a:rPr>
              <a:t>Inspección</a:t>
            </a:r>
            <a:r>
              <a:rPr lang="en-US" sz="1050" dirty="0">
                <a:solidFill>
                  <a:srgbClr val="A1A1A6"/>
                </a:solidFill>
                <a:latin typeface="Plus Jakarta Sans"/>
                <a:ea typeface="+mn-lt"/>
                <a:cs typeface="+mn-lt"/>
              </a:rPr>
              <a:t> de la </a:t>
            </a:r>
            <a:r>
              <a:rPr lang="en-US" sz="1050" dirty="0" err="1">
                <a:solidFill>
                  <a:srgbClr val="A1A1A6"/>
                </a:solidFill>
                <a:latin typeface="Plus Jakarta Sans"/>
                <a:ea typeface="+mn-lt"/>
                <a:cs typeface="+mn-lt"/>
              </a:rPr>
              <a:t>cantera</a:t>
            </a:r>
            <a:r>
              <a:rPr lang="en-US" sz="1050" dirty="0">
                <a:solidFill>
                  <a:srgbClr val="A1A1A6"/>
                </a:solidFill>
                <a:latin typeface="Plus Jakarta Sans"/>
                <a:ea typeface="+mn-lt"/>
                <a:cs typeface="+mn-lt"/>
              </a:rPr>
              <a:t> y </a:t>
            </a:r>
            <a:r>
              <a:rPr lang="en-US" sz="1050" dirty="0" err="1">
                <a:solidFill>
                  <a:srgbClr val="A1A1A6"/>
                </a:solidFill>
                <a:latin typeface="Plus Jakarta Sans"/>
                <a:ea typeface="+mn-lt"/>
                <a:cs typeface="+mn-lt"/>
              </a:rPr>
              <a:t>elección</a:t>
            </a:r>
            <a:r>
              <a:rPr lang="en-US" sz="1050" dirty="0">
                <a:solidFill>
                  <a:srgbClr val="A1A1A6"/>
                </a:solidFill>
                <a:latin typeface="Plus Jakarta Sans"/>
                <a:ea typeface="+mn-lt"/>
                <a:cs typeface="+mn-lt"/>
              </a:rPr>
              <a:t> de </a:t>
            </a:r>
            <a:r>
              <a:rPr lang="en-US" sz="1050" dirty="0" err="1">
                <a:solidFill>
                  <a:srgbClr val="A1A1A6"/>
                </a:solidFill>
                <a:latin typeface="Plus Jakarta Sans"/>
                <a:ea typeface="+mn-lt"/>
                <a:cs typeface="+mn-lt"/>
              </a:rPr>
              <a:t>bloques</a:t>
            </a:r>
            <a:r>
              <a:rPr lang="en-US" sz="1050" dirty="0">
                <a:solidFill>
                  <a:srgbClr val="A1A1A6"/>
                </a:solidFill>
                <a:latin typeface="Plus Jakarta Sans"/>
                <a:ea typeface="+mn-lt"/>
                <a:cs typeface="+mn-lt"/>
              </a:rPr>
              <a:t> </a:t>
            </a:r>
            <a:r>
              <a:rPr lang="en-US" sz="1050" dirty="0" err="1">
                <a:solidFill>
                  <a:srgbClr val="A1A1A6"/>
                </a:solidFill>
                <a:latin typeface="Plus Jakarta Sans"/>
                <a:ea typeface="+mn-lt"/>
                <a:cs typeface="+mn-lt"/>
              </a:rPr>
              <a:t>según</a:t>
            </a:r>
            <a:r>
              <a:rPr lang="en-US" sz="1050" dirty="0">
                <a:solidFill>
                  <a:srgbClr val="A1A1A6"/>
                </a:solidFill>
                <a:latin typeface="Plus Jakarta Sans"/>
                <a:ea typeface="+mn-lt"/>
                <a:cs typeface="+mn-lt"/>
              </a:rPr>
              <a:t> la </a:t>
            </a:r>
            <a:r>
              <a:rPr lang="en-US" sz="1050" dirty="0" err="1">
                <a:solidFill>
                  <a:srgbClr val="A1A1A6"/>
                </a:solidFill>
                <a:latin typeface="Plus Jakarta Sans"/>
                <a:ea typeface="+mn-lt"/>
                <a:cs typeface="+mn-lt"/>
              </a:rPr>
              <a:t>calidad</a:t>
            </a:r>
            <a:r>
              <a:rPr lang="en-US" sz="1050" dirty="0">
                <a:solidFill>
                  <a:srgbClr val="A1A1A6"/>
                </a:solidFill>
                <a:latin typeface="Plus Jakarta Sans"/>
                <a:ea typeface="+mn-lt"/>
                <a:cs typeface="+mn-lt"/>
              </a:rPr>
              <a:t> de la </a:t>
            </a:r>
            <a:r>
              <a:rPr lang="en-US" sz="1050" dirty="0" err="1">
                <a:solidFill>
                  <a:srgbClr val="A1A1A6"/>
                </a:solidFill>
                <a:latin typeface="Plus Jakarta Sans"/>
                <a:ea typeface="+mn-lt"/>
                <a:cs typeface="+mn-lt"/>
              </a:rPr>
              <a:t>veta</a:t>
            </a:r>
            <a:r>
              <a:rPr lang="en-US" sz="1050" b="0" i="0" u="none" dirty="0">
                <a:solidFill>
                  <a:srgbClr val="A1A1A6"/>
                </a:solidFill>
                <a:latin typeface="Plus Jakarta Sans"/>
                <a:ea typeface="+mn-lt"/>
                <a:cs typeface="+mn-lt"/>
              </a:rPr>
              <a:t>.</a:t>
            </a:r>
            <a:endParaRPr lang="en-US" sz="1050">
              <a:latin typeface="Plus Jakarta Sans"/>
              <a:ea typeface="+mn-lt"/>
              <a:cs typeface="+mn-lt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0A75D56-8540-A8DF-2C69-08691A9916B7}"/>
              </a:ext>
            </a:extLst>
          </p:cNvPr>
          <p:cNvSpPr txBox="1"/>
          <p:nvPr/>
        </p:nvSpPr>
        <p:spPr>
          <a:xfrm>
            <a:off x="7793129" y="3619500"/>
            <a:ext cx="13071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b="1" err="1">
                <a:solidFill>
                  <a:srgbClr val="FFFFFF"/>
                </a:solidFill>
                <a:latin typeface="Cormorant Garamond"/>
              </a:rPr>
              <a:t>Fresado</a:t>
            </a:r>
            <a:endParaRPr lang="en-US" b="1" i="0" u="none">
              <a:solidFill>
                <a:srgbClr val="FFFFFF"/>
              </a:solidFill>
              <a:latin typeface="Cormorant Garamond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50B0FCB-57F9-5DCE-EA65-99D450D16DC1}"/>
              </a:ext>
            </a:extLst>
          </p:cNvPr>
          <p:cNvSpPr txBox="1"/>
          <p:nvPr/>
        </p:nvSpPr>
        <p:spPr>
          <a:xfrm>
            <a:off x="7129462" y="3990975"/>
            <a:ext cx="2614612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462"/>
              </a:lnSpc>
            </a:pPr>
            <a:r>
              <a:rPr lang="en-US" sz="1050" dirty="0" err="1">
                <a:solidFill>
                  <a:srgbClr val="A1A1A6"/>
                </a:solidFill>
                <a:latin typeface="Plus Jakarta Sans"/>
                <a:ea typeface="+mn-lt"/>
                <a:cs typeface="+mn-lt"/>
              </a:rPr>
              <a:t>Modelado</a:t>
            </a:r>
            <a:r>
              <a:rPr lang="en-US" sz="1050" dirty="0">
                <a:solidFill>
                  <a:srgbClr val="A1A1A6"/>
                </a:solidFill>
                <a:latin typeface="Plus Jakarta Sans"/>
                <a:ea typeface="+mn-lt"/>
                <a:cs typeface="+mn-lt"/>
              </a:rPr>
              <a:t> </a:t>
            </a:r>
            <a:r>
              <a:rPr lang="en-US" sz="1050" dirty="0" err="1">
                <a:solidFill>
                  <a:srgbClr val="A1A1A6"/>
                </a:solidFill>
                <a:latin typeface="Plus Jakarta Sans"/>
                <a:ea typeface="+mn-lt"/>
                <a:cs typeface="+mn-lt"/>
              </a:rPr>
              <a:t>bruto</a:t>
            </a:r>
            <a:r>
              <a:rPr lang="en-US" sz="1050" dirty="0">
                <a:solidFill>
                  <a:srgbClr val="A1A1A6"/>
                </a:solidFill>
                <a:latin typeface="Plus Jakarta Sans"/>
                <a:ea typeface="+mn-lt"/>
                <a:cs typeface="+mn-lt"/>
              </a:rPr>
              <a:t> </a:t>
            </a:r>
            <a:r>
              <a:rPr lang="en-US" sz="1050" dirty="0" err="1">
                <a:solidFill>
                  <a:srgbClr val="A1A1A6"/>
                </a:solidFill>
                <a:latin typeface="Plus Jakarta Sans"/>
                <a:ea typeface="+mn-lt"/>
                <a:cs typeface="+mn-lt"/>
              </a:rPr>
              <a:t>mediante</a:t>
            </a:r>
            <a:r>
              <a:rPr lang="en-US" sz="1050" dirty="0">
                <a:solidFill>
                  <a:srgbClr val="A1A1A6"/>
                </a:solidFill>
                <a:latin typeface="Plus Jakarta Sans"/>
                <a:ea typeface="+mn-lt"/>
                <a:cs typeface="+mn-lt"/>
              </a:rPr>
              <a:t> </a:t>
            </a:r>
            <a:r>
              <a:rPr lang="en-US" sz="1050" b="0" i="0" u="none" dirty="0">
                <a:solidFill>
                  <a:srgbClr val="A1A1A6"/>
                </a:solidFill>
                <a:latin typeface="Plus Jakarta Sans"/>
                <a:ea typeface="+mn-lt"/>
                <a:cs typeface="+mn-lt"/>
              </a:rPr>
              <a:t>CNC </a:t>
            </a:r>
            <a:r>
              <a:rPr lang="en-US" sz="1050" dirty="0">
                <a:solidFill>
                  <a:srgbClr val="A1A1A6"/>
                </a:solidFill>
                <a:latin typeface="Plus Jakarta Sans"/>
                <a:ea typeface="+mn-lt"/>
                <a:cs typeface="+mn-lt"/>
              </a:rPr>
              <a:t>de 5 </a:t>
            </a:r>
            <a:r>
              <a:rPr lang="en-US" sz="1050" dirty="0" err="1">
                <a:solidFill>
                  <a:srgbClr val="A1A1A6"/>
                </a:solidFill>
                <a:latin typeface="Plus Jakarta Sans"/>
                <a:ea typeface="+mn-lt"/>
                <a:cs typeface="+mn-lt"/>
              </a:rPr>
              <a:t>ejes</a:t>
            </a:r>
            <a:r>
              <a:rPr lang="en-US" sz="1050" dirty="0">
                <a:solidFill>
                  <a:srgbClr val="A1A1A6"/>
                </a:solidFill>
                <a:latin typeface="Plus Jakarta Sans"/>
                <a:ea typeface="+mn-lt"/>
                <a:cs typeface="+mn-lt"/>
              </a:rPr>
              <a:t> y </a:t>
            </a:r>
            <a:r>
              <a:rPr lang="en-US" sz="1050" dirty="0" err="1">
                <a:solidFill>
                  <a:srgbClr val="A1A1A6"/>
                </a:solidFill>
                <a:latin typeface="Plus Jakarta Sans"/>
                <a:ea typeface="+mn-lt"/>
                <a:cs typeface="+mn-lt"/>
              </a:rPr>
              <a:t>tallado</a:t>
            </a:r>
            <a:r>
              <a:rPr lang="en-US" sz="1050" dirty="0">
                <a:solidFill>
                  <a:srgbClr val="A1A1A6"/>
                </a:solidFill>
                <a:latin typeface="Plus Jakarta Sans"/>
                <a:ea typeface="+mn-lt"/>
                <a:cs typeface="+mn-lt"/>
              </a:rPr>
              <a:t> del </a:t>
            </a:r>
            <a:r>
              <a:rPr lang="en-US" sz="1050" dirty="0" err="1">
                <a:solidFill>
                  <a:srgbClr val="A1A1A6"/>
                </a:solidFill>
                <a:latin typeface="Plus Jakarta Sans"/>
                <a:ea typeface="+mn-lt"/>
                <a:cs typeface="+mn-lt"/>
              </a:rPr>
              <a:t>vástago</a:t>
            </a:r>
            <a:r>
              <a:rPr lang="en-US" sz="1050" b="0" i="0" u="none" dirty="0">
                <a:solidFill>
                  <a:srgbClr val="A1A1A6"/>
                </a:solidFill>
                <a:latin typeface="Plus Jakarta Sans"/>
                <a:ea typeface="+mn-lt"/>
                <a:cs typeface="+mn-lt"/>
              </a:rPr>
              <a:t>.</a:t>
            </a:r>
            <a:endParaRPr lang="en-US" sz="1050">
              <a:latin typeface="Plus Jakarta Sans"/>
              <a:ea typeface="+mn-lt"/>
              <a:cs typeface="+mn-lt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3BBC25-95EB-1C65-5E86-889AEAB9EFC7}"/>
              </a:ext>
            </a:extLst>
          </p:cNvPr>
          <p:cNvSpPr txBox="1"/>
          <p:nvPr/>
        </p:nvSpPr>
        <p:spPr>
          <a:xfrm>
            <a:off x="14490813" y="3733800"/>
            <a:ext cx="855434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FFFFFF"/>
                </a:solidFill>
                <a:latin typeface="Cormorant Garamond"/>
              </a:rPr>
              <a:t>Kintsugi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ECA2CE5-3E49-6911-1720-6CB4E3EE2EC7}"/>
              </a:ext>
            </a:extLst>
          </p:cNvPr>
          <p:cNvSpPr txBox="1"/>
          <p:nvPr/>
        </p:nvSpPr>
        <p:spPr>
          <a:xfrm>
            <a:off x="13611225" y="4057650"/>
            <a:ext cx="2614612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462"/>
              </a:lnSpc>
            </a:pPr>
            <a:r>
              <a:rPr lang="en-US" sz="950" dirty="0" err="1">
                <a:solidFill>
                  <a:srgbClr val="A1A1A6"/>
                </a:solidFill>
                <a:latin typeface="Plus Jakarta Sans"/>
                <a:ea typeface="+mn-lt"/>
                <a:cs typeface="+mn-lt"/>
              </a:rPr>
              <a:t>Aplicación</a:t>
            </a:r>
            <a:r>
              <a:rPr lang="en-US" sz="950" dirty="0">
                <a:solidFill>
                  <a:srgbClr val="A1A1A6"/>
                </a:solidFill>
                <a:latin typeface="Plus Jakarta Sans"/>
                <a:ea typeface="+mn-lt"/>
                <a:cs typeface="+mn-lt"/>
              </a:rPr>
              <a:t> manual de </a:t>
            </a:r>
            <a:r>
              <a:rPr lang="en-US" sz="950" dirty="0" err="1">
                <a:solidFill>
                  <a:srgbClr val="A1A1A6"/>
                </a:solidFill>
                <a:latin typeface="Plus Jakarta Sans"/>
                <a:ea typeface="+mn-lt"/>
                <a:cs typeface="+mn-lt"/>
              </a:rPr>
              <a:t>polvo</a:t>
            </a:r>
            <a:r>
              <a:rPr lang="en-US" sz="950" dirty="0">
                <a:solidFill>
                  <a:srgbClr val="A1A1A6"/>
                </a:solidFill>
                <a:latin typeface="Plus Jakarta Sans"/>
                <a:ea typeface="+mn-lt"/>
                <a:cs typeface="+mn-lt"/>
              </a:rPr>
              <a:t> de </a:t>
            </a:r>
            <a:r>
              <a:rPr lang="en-US" sz="950" dirty="0" err="1">
                <a:solidFill>
                  <a:srgbClr val="A1A1A6"/>
                </a:solidFill>
                <a:latin typeface="Plus Jakarta Sans"/>
                <a:ea typeface="+mn-lt"/>
                <a:cs typeface="+mn-lt"/>
              </a:rPr>
              <a:t>oro</a:t>
            </a:r>
            <a:r>
              <a:rPr lang="en-US" sz="950" dirty="0">
                <a:solidFill>
                  <a:srgbClr val="A1A1A6"/>
                </a:solidFill>
                <a:latin typeface="Plus Jakarta Sans"/>
                <a:ea typeface="+mn-lt"/>
                <a:cs typeface="+mn-lt"/>
              </a:rPr>
              <a:t> y resina </a:t>
            </a:r>
            <a:r>
              <a:rPr lang="en-US" sz="950" dirty="0" err="1">
                <a:solidFill>
                  <a:srgbClr val="A1A1A6"/>
                </a:solidFill>
                <a:latin typeface="Plus Jakarta Sans"/>
                <a:ea typeface="+mn-lt"/>
                <a:cs typeface="+mn-lt"/>
              </a:rPr>
              <a:t>sobre</a:t>
            </a:r>
            <a:r>
              <a:rPr lang="en-US" sz="950" dirty="0">
                <a:solidFill>
                  <a:srgbClr val="A1A1A6"/>
                </a:solidFill>
                <a:latin typeface="Plus Jakarta Sans"/>
                <a:ea typeface="+mn-lt"/>
                <a:cs typeface="+mn-lt"/>
              </a:rPr>
              <a:t> las </a:t>
            </a:r>
            <a:r>
              <a:rPr lang="en-US" sz="950" dirty="0" err="1">
                <a:solidFill>
                  <a:srgbClr val="A1A1A6"/>
                </a:solidFill>
                <a:latin typeface="Plus Jakarta Sans"/>
                <a:ea typeface="+mn-lt"/>
                <a:cs typeface="+mn-lt"/>
              </a:rPr>
              <a:t>vetas</a:t>
            </a:r>
            <a:r>
              <a:rPr lang="en-US" sz="950" dirty="0">
                <a:solidFill>
                  <a:srgbClr val="A1A1A6"/>
                </a:solidFill>
                <a:latin typeface="Plus Jakarta Sans"/>
                <a:ea typeface="+mn-lt"/>
                <a:cs typeface="+mn-lt"/>
              </a:rPr>
              <a:t> naturales</a:t>
            </a:r>
            <a:r>
              <a:rPr lang="en-US" sz="950" b="0" i="0" u="none" dirty="0">
                <a:solidFill>
                  <a:srgbClr val="A1A1A6"/>
                </a:solidFill>
                <a:latin typeface="Plus Jakarta Sans"/>
                <a:ea typeface="+mn-lt"/>
                <a:cs typeface="+mn-lt"/>
              </a:rPr>
              <a:t>.</a:t>
            </a:r>
            <a:endParaRPr lang="en-US" sz="950" dirty="0">
              <a:latin typeface="Plus Jakarta Sans"/>
              <a:ea typeface="+mn-lt"/>
              <a:cs typeface="+mn-lt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3F046D2-E545-596C-C536-570AB6521C13}"/>
              </a:ext>
            </a:extLst>
          </p:cNvPr>
          <p:cNvSpPr txBox="1"/>
          <p:nvPr/>
        </p:nvSpPr>
        <p:spPr>
          <a:xfrm>
            <a:off x="17358598" y="3733800"/>
            <a:ext cx="730091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Cormorant Garamond"/>
              </a:rPr>
              <a:t>Pulido</a:t>
            </a:r>
            <a:endParaRPr lang="en-US" sz="1500" b="1" i="0" u="none" dirty="0">
              <a:solidFill>
                <a:srgbClr val="FFFFFF"/>
              </a:solidFill>
              <a:latin typeface="Cormorant Garamond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DAC6942-ECBD-1B9D-0BFE-AD9F96A597C1}"/>
              </a:ext>
            </a:extLst>
          </p:cNvPr>
          <p:cNvSpPr txBox="1"/>
          <p:nvPr/>
        </p:nvSpPr>
        <p:spPr>
          <a:xfrm>
            <a:off x="16416337" y="4057650"/>
            <a:ext cx="2614612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462"/>
              </a:lnSpc>
            </a:pPr>
            <a:r>
              <a:rPr lang="en-US" sz="950" dirty="0">
                <a:solidFill>
                  <a:srgbClr val="A1A1A6"/>
                </a:solidFill>
                <a:latin typeface="Plus Jakarta Sans"/>
                <a:ea typeface="+mn-lt"/>
                <a:cs typeface="+mn-lt"/>
              </a:rPr>
              <a:t>Pulido manual </a:t>
            </a:r>
            <a:r>
              <a:rPr lang="en-US" sz="950" dirty="0" err="1">
                <a:solidFill>
                  <a:srgbClr val="A1A1A6"/>
                </a:solidFill>
                <a:latin typeface="Plus Jakarta Sans"/>
                <a:ea typeface="+mn-lt"/>
                <a:cs typeface="+mn-lt"/>
              </a:rPr>
              <a:t>multietapa</a:t>
            </a:r>
            <a:r>
              <a:rPr lang="en-US" sz="950" dirty="0">
                <a:solidFill>
                  <a:srgbClr val="A1A1A6"/>
                </a:solidFill>
                <a:latin typeface="Plus Jakarta Sans"/>
                <a:ea typeface="+mn-lt"/>
                <a:cs typeface="+mn-lt"/>
              </a:rPr>
              <a:t> y </a:t>
            </a:r>
            <a:r>
              <a:rPr lang="en-US" sz="950" dirty="0" err="1">
                <a:solidFill>
                  <a:srgbClr val="A1A1A6"/>
                </a:solidFill>
                <a:latin typeface="Plus Jakarta Sans"/>
                <a:ea typeface="+mn-lt"/>
                <a:cs typeface="+mn-lt"/>
              </a:rPr>
              <a:t>aplicación</a:t>
            </a:r>
            <a:r>
              <a:rPr lang="en-US" sz="950" dirty="0">
                <a:solidFill>
                  <a:srgbClr val="A1A1A6"/>
                </a:solidFill>
                <a:latin typeface="Plus Jakarta Sans"/>
                <a:ea typeface="+mn-lt"/>
                <a:cs typeface="+mn-lt"/>
              </a:rPr>
              <a:t> de </a:t>
            </a:r>
            <a:r>
              <a:rPr lang="en-US" sz="950" dirty="0" err="1">
                <a:solidFill>
                  <a:srgbClr val="A1A1A6"/>
                </a:solidFill>
                <a:latin typeface="Plus Jakarta Sans"/>
                <a:ea typeface="+mn-lt"/>
                <a:cs typeface="+mn-lt"/>
              </a:rPr>
              <a:t>sellador</a:t>
            </a:r>
            <a:r>
              <a:rPr lang="en-US" sz="950" dirty="0">
                <a:solidFill>
                  <a:srgbClr val="A1A1A6"/>
                </a:solidFill>
                <a:latin typeface="Plus Jakarta Sans"/>
                <a:ea typeface="+mn-lt"/>
                <a:cs typeface="+mn-lt"/>
              </a:rPr>
              <a:t> </a:t>
            </a:r>
            <a:r>
              <a:rPr lang="en-US" sz="950" dirty="0" err="1">
                <a:solidFill>
                  <a:srgbClr val="A1A1A6"/>
                </a:solidFill>
                <a:latin typeface="Plus Jakarta Sans"/>
                <a:ea typeface="+mn-lt"/>
                <a:cs typeface="+mn-lt"/>
              </a:rPr>
              <a:t>satinado</a:t>
            </a:r>
            <a:r>
              <a:rPr lang="en-US" sz="950" b="0" i="0" u="none" dirty="0">
                <a:solidFill>
                  <a:srgbClr val="A1A1A6"/>
                </a:solidFill>
                <a:latin typeface="Plus Jakarta Sans"/>
                <a:ea typeface="+mn-lt"/>
                <a:cs typeface="+mn-lt"/>
              </a:rPr>
              <a:t>.</a:t>
            </a:r>
            <a:endParaRPr lang="en-US" sz="950" dirty="0">
              <a:latin typeface="Plus Jakarta Sans"/>
              <a:ea typeface="+mn-lt"/>
              <a:cs typeface="+mn-lt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A46D37E-67EF-E866-BC22-03A37B9EE670}"/>
              </a:ext>
            </a:extLst>
          </p:cNvPr>
          <p:cNvSpPr txBox="1"/>
          <p:nvPr/>
        </p:nvSpPr>
        <p:spPr>
          <a:xfrm>
            <a:off x="581025" y="485775"/>
            <a:ext cx="11029950" cy="1333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25" b="0" i="0" u="none">
                <a:solidFill>
                  <a:srgbClr val="C5A059"/>
                </a:solidFill>
                <a:latin typeface="Plus Jakarta Sans Medium"/>
              </a:rPr>
              <a:t>MANUFACTURING PRODUCTION ROADMAP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3BB374E-3C58-C456-C053-0BB7C47E5FB2}"/>
              </a:ext>
            </a:extLst>
          </p:cNvPr>
          <p:cNvSpPr/>
          <p:nvPr/>
        </p:nvSpPr>
        <p:spPr>
          <a:xfrm>
            <a:off x="581025" y="723900"/>
            <a:ext cx="11029950" cy="9525"/>
          </a:xfrm>
          <a:prstGeom prst="rect">
            <a:avLst/>
          </a:prstGeom>
          <a:solidFill>
            <a:srgbClr val="C5A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24AF100-2C2B-4CAB-289A-B3EA787A9DCD}"/>
              </a:ext>
            </a:extLst>
          </p:cNvPr>
          <p:cNvSpPr txBox="1"/>
          <p:nvPr/>
        </p:nvSpPr>
        <p:spPr>
          <a:xfrm>
            <a:off x="581025" y="733425"/>
            <a:ext cx="11581447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2850" dirty="0" err="1">
                <a:solidFill>
                  <a:srgbClr val="FFFFFF"/>
                </a:solidFill>
                <a:latin typeface="Cormorant Garamond SemiBold"/>
              </a:rPr>
              <a:t>Cronograma</a:t>
            </a:r>
            <a:r>
              <a:rPr lang="en-US" sz="2850" dirty="0">
                <a:solidFill>
                  <a:srgbClr val="FFFFFF"/>
                </a:solidFill>
                <a:latin typeface="Cormorant Garamond SemiBold"/>
              </a:rPr>
              <a:t> del </a:t>
            </a:r>
            <a:r>
              <a:rPr lang="en-US" sz="2850" dirty="0" err="1">
                <a:solidFill>
                  <a:srgbClr val="FFFFFF"/>
                </a:solidFill>
                <a:latin typeface="Cormorant Garamond SemiBold"/>
              </a:rPr>
              <a:t>Proceso</a:t>
            </a:r>
            <a:endParaRPr sz="2850" b="0" i="0" u="none" dirty="0" err="1">
              <a:solidFill>
                <a:srgbClr val="FFFFFF"/>
              </a:solidFill>
              <a:latin typeface="Cormorant Garamond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15951720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21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DAFABF-6161-0B3B-C2C4-62A01DB15F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73F690D3-A7DA-5F2C-95C5-272746246A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5B240AB6-50A0-D21F-CC6A-FE128E9E6A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6081" y="2143125"/>
            <a:ext cx="885825" cy="885825"/>
          </a:xfrm>
          <a:prstGeom prst="rect">
            <a:avLst/>
          </a:prstGeom>
        </p:spPr>
      </p:pic>
      <p:pic>
        <p:nvPicPr>
          <p:cNvPr id="6" name="Picture 5" descr="image.png">
            <a:extLst>
              <a:ext uri="{FF2B5EF4-FFF2-40B4-BE49-F238E27FC236}">
                <a16:creationId xmlns:a16="http://schemas.microsoft.com/office/drawing/2014/main" id="{3E55FC50-5AF7-A5D0-2410-AF8E3E9503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9093" y="2133600"/>
            <a:ext cx="904875" cy="895350"/>
          </a:xfrm>
          <a:prstGeom prst="rect">
            <a:avLst/>
          </a:prstGeom>
        </p:spPr>
      </p:pic>
      <p:pic>
        <p:nvPicPr>
          <p:cNvPr id="7" name="Picture 6" descr="image.png">
            <a:extLst>
              <a:ext uri="{FF2B5EF4-FFF2-40B4-BE49-F238E27FC236}">
                <a16:creationId xmlns:a16="http://schemas.microsoft.com/office/drawing/2014/main" id="{CC4F7F82-E5E1-4066-33FE-9E3A42CE62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6124575"/>
            <a:ext cx="11029950" cy="24765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C0CC60E-F1EA-E875-8404-4B6E14D5254C}"/>
              </a:ext>
            </a:extLst>
          </p:cNvPr>
          <p:cNvSpPr txBox="1"/>
          <p:nvPr/>
        </p:nvSpPr>
        <p:spPr>
          <a:xfrm>
            <a:off x="581025" y="6248400"/>
            <a:ext cx="1304925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8E8E93"/>
                </a:solidFill>
                <a:latin typeface="Plus Jakarta Sans"/>
              </a:rPr>
              <a:t>PROCESS TIMELINE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BE84D1F-8646-F29E-A433-16711CDA9DFD}"/>
              </a:ext>
            </a:extLst>
          </p:cNvPr>
          <p:cNvSpPr txBox="1"/>
          <p:nvPr/>
        </p:nvSpPr>
        <p:spPr>
          <a:xfrm>
            <a:off x="11068050" y="6248400"/>
            <a:ext cx="542925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8E8E93"/>
                </a:solidFill>
                <a:latin typeface="Plus Jakarta Sans"/>
              </a:rPr>
              <a:t>PAGE 10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7D41EE3-8CA2-97DE-69FA-9A3CF19706DE}"/>
              </a:ext>
            </a:extLst>
          </p:cNvPr>
          <p:cNvSpPr/>
          <p:nvPr/>
        </p:nvSpPr>
        <p:spPr>
          <a:xfrm>
            <a:off x="581025" y="3857625"/>
            <a:ext cx="11029950" cy="9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56203ED-33C1-20AA-7544-11E2E4632223}"/>
              </a:ext>
            </a:extLst>
          </p:cNvPr>
          <p:cNvSpPr txBox="1"/>
          <p:nvPr/>
        </p:nvSpPr>
        <p:spPr>
          <a:xfrm>
            <a:off x="2803638" y="3619500"/>
            <a:ext cx="1141184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b="1" i="0" u="none">
                <a:solidFill>
                  <a:srgbClr val="FFFFFF"/>
                </a:solidFill>
                <a:latin typeface="Cormorant Garamond"/>
              </a:rPr>
              <a:t>Kintsugi</a:t>
            </a:r>
            <a:endParaRPr lang="en-US" b="1" i="0" u="none">
              <a:solidFill>
                <a:srgbClr val="FFFFFF"/>
              </a:solidFill>
              <a:latin typeface="Cormorant Garamond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5C82698-41AA-7A70-28C8-C5714C604B16}"/>
              </a:ext>
            </a:extLst>
          </p:cNvPr>
          <p:cNvSpPr txBox="1"/>
          <p:nvPr/>
        </p:nvSpPr>
        <p:spPr>
          <a:xfrm>
            <a:off x="2076450" y="4057650"/>
            <a:ext cx="2614612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462"/>
              </a:lnSpc>
            </a:pPr>
            <a:r>
              <a:rPr lang="en-US" sz="1050" dirty="0" err="1">
                <a:solidFill>
                  <a:srgbClr val="A1A1A6"/>
                </a:solidFill>
                <a:latin typeface="Plus Jakarta Sans"/>
                <a:ea typeface="+mn-lt"/>
                <a:cs typeface="+mn-lt"/>
              </a:rPr>
              <a:t>Aplicación</a:t>
            </a:r>
            <a:r>
              <a:rPr lang="en-US" sz="1050" dirty="0">
                <a:solidFill>
                  <a:srgbClr val="A1A1A6"/>
                </a:solidFill>
                <a:latin typeface="Plus Jakarta Sans"/>
                <a:ea typeface="+mn-lt"/>
                <a:cs typeface="+mn-lt"/>
              </a:rPr>
              <a:t> manual de </a:t>
            </a:r>
            <a:r>
              <a:rPr lang="en-US" sz="1050" dirty="0" err="1">
                <a:solidFill>
                  <a:srgbClr val="A1A1A6"/>
                </a:solidFill>
                <a:latin typeface="Plus Jakarta Sans"/>
                <a:ea typeface="+mn-lt"/>
                <a:cs typeface="+mn-lt"/>
              </a:rPr>
              <a:t>polvo</a:t>
            </a:r>
            <a:r>
              <a:rPr lang="en-US" sz="1050" dirty="0">
                <a:solidFill>
                  <a:srgbClr val="A1A1A6"/>
                </a:solidFill>
                <a:latin typeface="Plus Jakarta Sans"/>
                <a:ea typeface="+mn-lt"/>
                <a:cs typeface="+mn-lt"/>
              </a:rPr>
              <a:t> de </a:t>
            </a:r>
            <a:r>
              <a:rPr lang="en-US" sz="1050" dirty="0" err="1">
                <a:solidFill>
                  <a:srgbClr val="A1A1A6"/>
                </a:solidFill>
                <a:latin typeface="Plus Jakarta Sans"/>
                <a:ea typeface="+mn-lt"/>
                <a:cs typeface="+mn-lt"/>
              </a:rPr>
              <a:t>oro</a:t>
            </a:r>
            <a:r>
              <a:rPr lang="en-US" sz="1050" dirty="0">
                <a:solidFill>
                  <a:srgbClr val="A1A1A6"/>
                </a:solidFill>
                <a:latin typeface="Plus Jakarta Sans"/>
                <a:ea typeface="+mn-lt"/>
                <a:cs typeface="+mn-lt"/>
              </a:rPr>
              <a:t> y resina </a:t>
            </a:r>
            <a:r>
              <a:rPr lang="en-US" sz="1050" dirty="0" err="1">
                <a:solidFill>
                  <a:srgbClr val="A1A1A6"/>
                </a:solidFill>
                <a:latin typeface="Plus Jakarta Sans"/>
                <a:ea typeface="+mn-lt"/>
                <a:cs typeface="+mn-lt"/>
              </a:rPr>
              <a:t>sobre</a:t>
            </a:r>
            <a:r>
              <a:rPr lang="en-US" sz="1050" dirty="0">
                <a:solidFill>
                  <a:srgbClr val="A1A1A6"/>
                </a:solidFill>
                <a:latin typeface="Plus Jakarta Sans"/>
                <a:ea typeface="+mn-lt"/>
                <a:cs typeface="+mn-lt"/>
              </a:rPr>
              <a:t> las </a:t>
            </a:r>
            <a:r>
              <a:rPr lang="en-US" sz="1050" dirty="0" err="1">
                <a:solidFill>
                  <a:srgbClr val="A1A1A6"/>
                </a:solidFill>
                <a:latin typeface="Plus Jakarta Sans"/>
                <a:ea typeface="+mn-lt"/>
                <a:cs typeface="+mn-lt"/>
              </a:rPr>
              <a:t>vetas</a:t>
            </a:r>
            <a:r>
              <a:rPr lang="en-US" sz="1050" dirty="0">
                <a:solidFill>
                  <a:srgbClr val="A1A1A6"/>
                </a:solidFill>
                <a:latin typeface="Plus Jakarta Sans"/>
                <a:ea typeface="+mn-lt"/>
                <a:cs typeface="+mn-lt"/>
              </a:rPr>
              <a:t> naturales</a:t>
            </a:r>
            <a:r>
              <a:rPr lang="en-US" sz="950" b="0" i="0" u="none" dirty="0">
                <a:solidFill>
                  <a:srgbClr val="A1A1A6"/>
                </a:solidFill>
                <a:latin typeface="Plus Jakarta Sans"/>
                <a:ea typeface="+mn-lt"/>
                <a:cs typeface="+mn-lt"/>
              </a:rPr>
              <a:t>.</a:t>
            </a:r>
            <a:endParaRPr lang="en-US" sz="950" dirty="0">
              <a:latin typeface="Plus Jakarta Sans"/>
              <a:ea typeface="+mn-lt"/>
              <a:cs typeface="+mn-lt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6343343-D354-E497-2915-0F1B15A7BFAF}"/>
              </a:ext>
            </a:extLst>
          </p:cNvPr>
          <p:cNvSpPr txBox="1"/>
          <p:nvPr/>
        </p:nvSpPr>
        <p:spPr>
          <a:xfrm>
            <a:off x="8071723" y="3619500"/>
            <a:ext cx="730091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b="1">
                <a:solidFill>
                  <a:srgbClr val="FFFFFF"/>
                </a:solidFill>
                <a:latin typeface="Cormorant Garamond"/>
              </a:rPr>
              <a:t>Pulido</a:t>
            </a:r>
            <a:endParaRPr lang="en-US" b="1" i="0" u="none">
              <a:solidFill>
                <a:srgbClr val="FFFFFF"/>
              </a:solidFill>
              <a:latin typeface="Cormorant Garamond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921D587-01D9-9E97-4263-B08217E04774}"/>
              </a:ext>
            </a:extLst>
          </p:cNvPr>
          <p:cNvSpPr txBox="1"/>
          <p:nvPr/>
        </p:nvSpPr>
        <p:spPr>
          <a:xfrm>
            <a:off x="7129462" y="4057650"/>
            <a:ext cx="2614612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462"/>
              </a:lnSpc>
            </a:pPr>
            <a:r>
              <a:rPr lang="en-US" sz="1050" dirty="0">
                <a:solidFill>
                  <a:srgbClr val="A1A1A6"/>
                </a:solidFill>
                <a:latin typeface="Plus Jakarta Sans"/>
                <a:ea typeface="+mn-lt"/>
                <a:cs typeface="+mn-lt"/>
              </a:rPr>
              <a:t>Pulido manual </a:t>
            </a:r>
            <a:r>
              <a:rPr lang="en-US" sz="1050" dirty="0" err="1">
                <a:solidFill>
                  <a:srgbClr val="A1A1A6"/>
                </a:solidFill>
                <a:latin typeface="Plus Jakarta Sans"/>
                <a:ea typeface="+mn-lt"/>
                <a:cs typeface="+mn-lt"/>
              </a:rPr>
              <a:t>multietapa</a:t>
            </a:r>
            <a:r>
              <a:rPr lang="en-US" sz="1050" dirty="0">
                <a:solidFill>
                  <a:srgbClr val="A1A1A6"/>
                </a:solidFill>
                <a:latin typeface="Plus Jakarta Sans"/>
                <a:ea typeface="+mn-lt"/>
                <a:cs typeface="+mn-lt"/>
              </a:rPr>
              <a:t> y </a:t>
            </a:r>
            <a:r>
              <a:rPr lang="en-US" sz="1050" dirty="0" err="1">
                <a:solidFill>
                  <a:srgbClr val="A1A1A6"/>
                </a:solidFill>
                <a:latin typeface="Plus Jakarta Sans"/>
                <a:ea typeface="+mn-lt"/>
                <a:cs typeface="+mn-lt"/>
              </a:rPr>
              <a:t>aplicación</a:t>
            </a:r>
            <a:r>
              <a:rPr lang="en-US" sz="1050" dirty="0">
                <a:solidFill>
                  <a:srgbClr val="A1A1A6"/>
                </a:solidFill>
                <a:latin typeface="Plus Jakarta Sans"/>
                <a:ea typeface="+mn-lt"/>
                <a:cs typeface="+mn-lt"/>
              </a:rPr>
              <a:t> de </a:t>
            </a:r>
            <a:r>
              <a:rPr lang="en-US" sz="1050" dirty="0" err="1">
                <a:solidFill>
                  <a:srgbClr val="A1A1A6"/>
                </a:solidFill>
                <a:latin typeface="Plus Jakarta Sans"/>
                <a:ea typeface="+mn-lt"/>
                <a:cs typeface="+mn-lt"/>
              </a:rPr>
              <a:t>sellador</a:t>
            </a:r>
            <a:r>
              <a:rPr lang="en-US" sz="1050" dirty="0">
                <a:solidFill>
                  <a:srgbClr val="A1A1A6"/>
                </a:solidFill>
                <a:latin typeface="Plus Jakarta Sans"/>
                <a:ea typeface="+mn-lt"/>
                <a:cs typeface="+mn-lt"/>
              </a:rPr>
              <a:t> </a:t>
            </a:r>
            <a:r>
              <a:rPr lang="en-US" sz="1050" dirty="0" err="1">
                <a:solidFill>
                  <a:srgbClr val="A1A1A6"/>
                </a:solidFill>
                <a:latin typeface="Plus Jakarta Sans"/>
                <a:ea typeface="+mn-lt"/>
                <a:cs typeface="+mn-lt"/>
              </a:rPr>
              <a:t>satinado</a:t>
            </a:r>
            <a:r>
              <a:rPr lang="en-US" sz="1050" b="0" i="0" u="none" dirty="0">
                <a:solidFill>
                  <a:srgbClr val="A1A1A6"/>
                </a:solidFill>
                <a:latin typeface="Plus Jakarta Sans"/>
                <a:ea typeface="+mn-lt"/>
                <a:cs typeface="+mn-lt"/>
              </a:rPr>
              <a:t>.</a:t>
            </a:r>
            <a:endParaRPr lang="en-US" sz="1050">
              <a:latin typeface="Plus Jakarta Sans"/>
              <a:ea typeface="+mn-lt"/>
              <a:cs typeface="+mn-lt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E5459BC-BC26-A556-0C81-6E511B3134A0}"/>
              </a:ext>
            </a:extLst>
          </p:cNvPr>
          <p:cNvSpPr txBox="1"/>
          <p:nvPr/>
        </p:nvSpPr>
        <p:spPr>
          <a:xfrm>
            <a:off x="581025" y="485775"/>
            <a:ext cx="11029950" cy="1333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25" b="0" i="0" u="none">
                <a:solidFill>
                  <a:srgbClr val="C5A059"/>
                </a:solidFill>
                <a:latin typeface="Plus Jakarta Sans Medium"/>
              </a:rPr>
              <a:t>MANUFACTURING PRODUCTION ROADMAP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4E6F0D4-FC95-6F0E-A747-B141EC16942F}"/>
              </a:ext>
            </a:extLst>
          </p:cNvPr>
          <p:cNvSpPr/>
          <p:nvPr/>
        </p:nvSpPr>
        <p:spPr>
          <a:xfrm>
            <a:off x="581025" y="723900"/>
            <a:ext cx="11029950" cy="9525"/>
          </a:xfrm>
          <a:prstGeom prst="rect">
            <a:avLst/>
          </a:prstGeom>
          <a:solidFill>
            <a:srgbClr val="C5A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5236AE0-77B9-90C0-EB82-6FC48E83BB8A}"/>
              </a:ext>
            </a:extLst>
          </p:cNvPr>
          <p:cNvSpPr txBox="1"/>
          <p:nvPr/>
        </p:nvSpPr>
        <p:spPr>
          <a:xfrm>
            <a:off x="581025" y="733425"/>
            <a:ext cx="11581447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2850" dirty="0" err="1">
                <a:solidFill>
                  <a:srgbClr val="FFFFFF"/>
                </a:solidFill>
                <a:latin typeface="Cormorant Garamond SemiBold"/>
              </a:rPr>
              <a:t>Cronograma</a:t>
            </a:r>
            <a:r>
              <a:rPr lang="en-US" sz="2850" dirty="0">
                <a:solidFill>
                  <a:srgbClr val="FFFFFF"/>
                </a:solidFill>
                <a:latin typeface="Cormorant Garamond SemiBold"/>
              </a:rPr>
              <a:t> del </a:t>
            </a:r>
            <a:r>
              <a:rPr lang="en-US" sz="2850" dirty="0" err="1">
                <a:solidFill>
                  <a:srgbClr val="FFFFFF"/>
                </a:solidFill>
                <a:latin typeface="Cormorant Garamond SemiBold"/>
              </a:rPr>
              <a:t>Proceso</a:t>
            </a:r>
            <a:endParaRPr sz="2850" b="0" i="0" u="none" dirty="0" err="1">
              <a:solidFill>
                <a:srgbClr val="FFFFFF"/>
              </a:solidFill>
              <a:latin typeface="Cormorant Garamond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37338537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2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6124575"/>
            <a:ext cx="11029950" cy="2476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757737" y="2219325"/>
            <a:ext cx="26765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 u="none">
                <a:solidFill>
                  <a:srgbClr val="C5A059"/>
                </a:solidFill>
                <a:latin typeface="Cinzel"/>
              </a:rPr>
              <a:t>SCULPTED FOR YOUR 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25641" y="2407766"/>
            <a:ext cx="5740717" cy="1477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4800" b="1" dirty="0" err="1">
                <a:solidFill>
                  <a:srgbClr val="FFFFFF"/>
                </a:solidFill>
                <a:latin typeface="Cormorant Garamond"/>
              </a:rPr>
              <a:t>Comienza</a:t>
            </a:r>
            <a:r>
              <a:rPr lang="en-US" sz="4800" b="1" dirty="0">
                <a:solidFill>
                  <a:srgbClr val="FFFFFF"/>
                </a:solidFill>
                <a:latin typeface="Cormorant Garamond"/>
              </a:rPr>
              <a:t> </a:t>
            </a:r>
            <a:r>
              <a:rPr lang="en-US" sz="4800" b="1" dirty="0" err="1">
                <a:solidFill>
                  <a:srgbClr val="FFFFFF"/>
                </a:solidFill>
                <a:latin typeface="Cormorant Garamond"/>
              </a:rPr>
              <a:t>tu</a:t>
            </a:r>
            <a:r>
              <a:rPr lang="en-US" sz="4800" b="1" dirty="0">
                <a:solidFill>
                  <a:srgbClr val="FFFFFF"/>
                </a:solidFill>
                <a:latin typeface="Cormorant Garamond"/>
              </a:rPr>
              <a:t> </a:t>
            </a:r>
            <a:r>
              <a:rPr lang="en-US" sz="4800" b="1" dirty="0" err="1">
                <a:solidFill>
                  <a:srgbClr val="FFFFFF"/>
                </a:solidFill>
                <a:latin typeface="Cormorant Garamond"/>
              </a:rPr>
              <a:t>experiencia</a:t>
            </a:r>
            <a:endParaRPr lang="en-US" sz="4800" b="1" i="0" u="none" dirty="0" err="1">
              <a:solidFill>
                <a:srgbClr val="FFFFFF"/>
              </a:solidFill>
              <a:latin typeface="Cormorant Garamond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810000" y="3876675"/>
            <a:ext cx="45720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1200" dirty="0">
                <a:solidFill>
                  <a:srgbClr val="A1A1A6"/>
                </a:solidFill>
                <a:latin typeface="Plus Jakarta Sans"/>
              </a:rPr>
              <a:t>Para </a:t>
            </a:r>
            <a:r>
              <a:rPr lang="en-US" sz="1200" dirty="0" err="1">
                <a:solidFill>
                  <a:srgbClr val="A1A1A6"/>
                </a:solidFill>
                <a:latin typeface="Plus Jakarta Sans"/>
              </a:rPr>
              <a:t>encargos</a:t>
            </a:r>
            <a:r>
              <a:rPr lang="en-US" sz="1200" dirty="0">
                <a:solidFill>
                  <a:srgbClr val="A1A1A6"/>
                </a:solidFill>
                <a:latin typeface="Plus Jakarta Sans"/>
              </a:rPr>
              <a:t> privados, </a:t>
            </a:r>
            <a:r>
              <a:rPr lang="en-US" sz="1200" dirty="0" err="1">
                <a:solidFill>
                  <a:srgbClr val="A1A1A6"/>
                </a:solidFill>
                <a:latin typeface="Plus Jakarta Sans"/>
              </a:rPr>
              <a:t>asociaciones</a:t>
            </a:r>
            <a:r>
              <a:rPr lang="en-US" sz="1200" dirty="0">
                <a:solidFill>
                  <a:srgbClr val="A1A1A6"/>
                </a:solidFill>
                <a:latin typeface="Plus Jakarta Sans"/>
              </a:rPr>
              <a:t> </a:t>
            </a:r>
            <a:r>
              <a:rPr lang="en-US" sz="1200" dirty="0" err="1">
                <a:solidFill>
                  <a:srgbClr val="A1A1A6"/>
                </a:solidFill>
                <a:latin typeface="Plus Jakarta Sans"/>
              </a:rPr>
              <a:t>comerciales</a:t>
            </a:r>
            <a:r>
              <a:rPr lang="en-US" sz="1200" dirty="0">
                <a:solidFill>
                  <a:srgbClr val="A1A1A6"/>
                </a:solidFill>
                <a:latin typeface="Plus Jakarta Sans"/>
              </a:rPr>
              <a:t> y </a:t>
            </a:r>
            <a:r>
              <a:rPr lang="en-US" sz="1200" dirty="0" err="1">
                <a:solidFill>
                  <a:srgbClr val="A1A1A6"/>
                </a:solidFill>
                <a:latin typeface="Plus Jakarta Sans"/>
              </a:rPr>
              <a:t>consultas</a:t>
            </a:r>
            <a:r>
              <a:rPr lang="en-US" sz="1200" dirty="0">
                <a:solidFill>
                  <a:srgbClr val="A1A1A6"/>
                </a:solidFill>
                <a:latin typeface="Plus Jakarta Sans"/>
              </a:rPr>
              <a:t>.</a:t>
            </a:r>
            <a:endParaRPr lang="en-US" sz="1200" b="0" i="0" u="none" dirty="0">
              <a:solidFill>
                <a:srgbClr val="A1A1A6"/>
              </a:solidFill>
              <a:latin typeface="Plus Jakarta San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038475" y="4457700"/>
            <a:ext cx="611505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0" i="0" u="none">
                <a:solidFill>
                  <a:srgbClr val="C5A059"/>
                </a:solidFill>
                <a:latin typeface="Plus Jakarta Sans"/>
              </a:rPr>
              <a:t>WWW.MONOLITHSTUDIO.COM  |  CONCIERGE@MONOLITHSTUDIO.COM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1025" y="6248400"/>
            <a:ext cx="3352800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0" i="0" u="none">
                <a:solidFill>
                  <a:srgbClr val="8E8E93"/>
                </a:solidFill>
                <a:latin typeface="Plus Jakarta Sans"/>
              </a:rPr>
              <a:t>© 2027 MONOLITH STUDIO ALL RIGHTS RESERVED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67925" y="6248400"/>
            <a:ext cx="1543050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0" i="0" u="none">
                <a:solidFill>
                  <a:srgbClr val="8E8E93"/>
                </a:solidFill>
                <a:latin typeface="Plus Jakarta Sans"/>
              </a:rPr>
              <a:t>END OF PRESENTATION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1025" y="485775"/>
            <a:ext cx="11029950" cy="1333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25" b="0" i="0" u="none">
                <a:solidFill>
                  <a:srgbClr val="C5A059"/>
                </a:solidFill>
                <a:latin typeface="Plus Jakarta Sans Medium"/>
              </a:rPr>
              <a:t>CONTACT &amp; INQUIRIES MONOLITH STUDIO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1025" y="723900"/>
            <a:ext cx="11029950" cy="9525"/>
          </a:xfrm>
          <a:prstGeom prst="rect">
            <a:avLst/>
          </a:prstGeom>
          <a:solidFill>
            <a:srgbClr val="C5A0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543</cp:revision>
  <dcterms:created xsi:type="dcterms:W3CDTF">2013-01-27T09:14:16Z</dcterms:created>
  <dcterms:modified xsi:type="dcterms:W3CDTF">2026-08-19T02:10:46Z</dcterms:modified>
  <cp:category/>
</cp:coreProperties>
</file>